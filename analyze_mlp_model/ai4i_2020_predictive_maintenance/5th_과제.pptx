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0" r:id="rId2"/>
    <p:sldId id="271" r:id="rId3"/>
    <p:sldId id="272" r:id="rId4"/>
    <p:sldId id="273" r:id="rId5"/>
  </p:sldIdLst>
  <p:sldSz cx="12192000" cy="6858000"/>
  <p:notesSz cx="6735763" cy="98663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06EB5DC-27DF-41AF-9FDE-F1F27195E7A0}" v="13" dt="2026-04-13T11:46:48.06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643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120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ㅎㅇ ㅇ" userId="07d8cfaabf68b96f" providerId="LiveId" clId="{4E6E8EA2-49F8-483F-A997-F3D5D1FFB443}"/>
    <pc:docChg chg="undo custSel addSld delSld modSld">
      <pc:chgData name="ㅎㅇ ㅇ" userId="07d8cfaabf68b96f" providerId="LiveId" clId="{4E6E8EA2-49F8-483F-A997-F3D5D1FFB443}" dt="2026-04-13T11:51:40.107" v="1888" actId="47"/>
      <pc:docMkLst>
        <pc:docMk/>
      </pc:docMkLst>
      <pc:sldChg chg="del">
        <pc:chgData name="ㅎㅇ ㅇ" userId="07d8cfaabf68b96f" providerId="LiveId" clId="{4E6E8EA2-49F8-483F-A997-F3D5D1FFB443}" dt="2026-04-13T11:51:40.107" v="1888" actId="47"/>
        <pc:sldMkLst>
          <pc:docMk/>
          <pc:sldMk cId="1568537869" sldId="268"/>
        </pc:sldMkLst>
      </pc:sldChg>
      <pc:sldChg chg="addSp delSp del mod">
        <pc:chgData name="ㅎㅇ ㅇ" userId="07d8cfaabf68b96f" providerId="LiveId" clId="{4E6E8EA2-49F8-483F-A997-F3D5D1FFB443}" dt="2026-04-13T11:51:36.267" v="1887" actId="47"/>
        <pc:sldMkLst>
          <pc:docMk/>
          <pc:sldMk cId="1621362602" sldId="269"/>
        </pc:sldMkLst>
        <pc:spChg chg="add del">
          <ac:chgData name="ㅎㅇ ㅇ" userId="07d8cfaabf68b96f" providerId="LiveId" clId="{4E6E8EA2-49F8-483F-A997-F3D5D1FFB443}" dt="2026-04-13T11:04:38.358" v="1" actId="22"/>
          <ac:spMkLst>
            <pc:docMk/>
            <pc:sldMk cId="1621362602" sldId="269"/>
            <ac:spMk id="3" creationId="{452D619D-19D3-F751-AF2B-B6221B59A852}"/>
          </ac:spMkLst>
        </pc:spChg>
      </pc:sldChg>
      <pc:sldChg chg="modSp new mod">
        <pc:chgData name="ㅎㅇ ㅇ" userId="07d8cfaabf68b96f" providerId="LiveId" clId="{4E6E8EA2-49F8-483F-A997-F3D5D1FFB443}" dt="2026-04-13T11:11:50.725" v="1027" actId="20577"/>
        <pc:sldMkLst>
          <pc:docMk/>
          <pc:sldMk cId="1663944009" sldId="270"/>
        </pc:sldMkLst>
        <pc:spChg chg="mod">
          <ac:chgData name="ㅎㅇ ㅇ" userId="07d8cfaabf68b96f" providerId="LiveId" clId="{4E6E8EA2-49F8-483F-A997-F3D5D1FFB443}" dt="2026-04-13T11:04:51.418" v="3"/>
          <ac:spMkLst>
            <pc:docMk/>
            <pc:sldMk cId="1663944009" sldId="270"/>
            <ac:spMk id="2" creationId="{95D78CAC-D28C-115E-2284-A1677B28E052}"/>
          </ac:spMkLst>
        </pc:spChg>
        <pc:spChg chg="mod">
          <ac:chgData name="ㅎㅇ ㅇ" userId="07d8cfaabf68b96f" providerId="LiveId" clId="{4E6E8EA2-49F8-483F-A997-F3D5D1FFB443}" dt="2026-04-13T11:11:50.725" v="1027" actId="20577"/>
          <ac:spMkLst>
            <pc:docMk/>
            <pc:sldMk cId="1663944009" sldId="270"/>
            <ac:spMk id="3" creationId="{AFC5EFD1-8831-21CE-B30D-D75CE4B34E86}"/>
          </ac:spMkLst>
        </pc:spChg>
      </pc:sldChg>
      <pc:sldChg chg="addSp modSp add mod">
        <pc:chgData name="ㅎㅇ ㅇ" userId="07d8cfaabf68b96f" providerId="LiveId" clId="{4E6E8EA2-49F8-483F-A997-F3D5D1FFB443}" dt="2026-04-13T11:20:42.788" v="1430" actId="14100"/>
        <pc:sldMkLst>
          <pc:docMk/>
          <pc:sldMk cId="1717243314" sldId="271"/>
        </pc:sldMkLst>
        <pc:spChg chg="mod">
          <ac:chgData name="ㅎㅇ ㅇ" userId="07d8cfaabf68b96f" providerId="LiveId" clId="{4E6E8EA2-49F8-483F-A997-F3D5D1FFB443}" dt="2026-04-13T11:12:24.386" v="1029"/>
          <ac:spMkLst>
            <pc:docMk/>
            <pc:sldMk cId="1717243314" sldId="271"/>
            <ac:spMk id="2" creationId="{1899EAEE-0589-101B-5307-CCB1B69E9DF7}"/>
          </ac:spMkLst>
        </pc:spChg>
        <pc:spChg chg="mod">
          <ac:chgData name="ㅎㅇ ㅇ" userId="07d8cfaabf68b96f" providerId="LiveId" clId="{4E6E8EA2-49F8-483F-A997-F3D5D1FFB443}" dt="2026-04-13T11:20:33.323" v="1424" actId="6549"/>
          <ac:spMkLst>
            <pc:docMk/>
            <pc:sldMk cId="1717243314" sldId="271"/>
            <ac:spMk id="3" creationId="{F657E4BB-815C-2ECF-4BEF-4DBD27A054D8}"/>
          </ac:spMkLst>
        </pc:spChg>
        <pc:picChg chg="add mod">
          <ac:chgData name="ㅎㅇ ㅇ" userId="07d8cfaabf68b96f" providerId="LiveId" clId="{4E6E8EA2-49F8-483F-A997-F3D5D1FFB443}" dt="2026-04-13T11:20:35.861" v="1426" actId="14100"/>
          <ac:picMkLst>
            <pc:docMk/>
            <pc:sldMk cId="1717243314" sldId="271"/>
            <ac:picMk id="5" creationId="{C37F5B6B-16C5-3053-F391-4FD041DB0E91}"/>
          </ac:picMkLst>
        </pc:picChg>
        <pc:picChg chg="add mod">
          <ac:chgData name="ㅎㅇ ㅇ" userId="07d8cfaabf68b96f" providerId="LiveId" clId="{4E6E8EA2-49F8-483F-A997-F3D5D1FFB443}" dt="2026-04-13T11:20:39.765" v="1428" actId="14100"/>
          <ac:picMkLst>
            <pc:docMk/>
            <pc:sldMk cId="1717243314" sldId="271"/>
            <ac:picMk id="7" creationId="{2AD2125C-3ECD-F8BB-B404-7899A8F81803}"/>
          </ac:picMkLst>
        </pc:picChg>
        <pc:picChg chg="add mod">
          <ac:chgData name="ㅎㅇ ㅇ" userId="07d8cfaabf68b96f" providerId="LiveId" clId="{4E6E8EA2-49F8-483F-A997-F3D5D1FFB443}" dt="2026-04-13T11:20:42.788" v="1430" actId="14100"/>
          <ac:picMkLst>
            <pc:docMk/>
            <pc:sldMk cId="1717243314" sldId="271"/>
            <ac:picMk id="9" creationId="{5E11FAF0-7AEC-6F34-E87D-79BDEC09424D}"/>
          </ac:picMkLst>
        </pc:picChg>
      </pc:sldChg>
      <pc:sldChg chg="addSp delSp modSp add mod">
        <pc:chgData name="ㅎㅇ ㅇ" userId="07d8cfaabf68b96f" providerId="LiveId" clId="{4E6E8EA2-49F8-483F-A997-F3D5D1FFB443}" dt="2026-04-13T11:50:26.802" v="1886" actId="20577"/>
        <pc:sldMkLst>
          <pc:docMk/>
          <pc:sldMk cId="4140004940" sldId="272"/>
        </pc:sldMkLst>
        <pc:spChg chg="mod">
          <ac:chgData name="ㅎㅇ ㅇ" userId="07d8cfaabf68b96f" providerId="LiveId" clId="{4E6E8EA2-49F8-483F-A997-F3D5D1FFB443}" dt="2026-04-13T11:50:26.802" v="1886" actId="20577"/>
          <ac:spMkLst>
            <pc:docMk/>
            <pc:sldMk cId="4140004940" sldId="272"/>
            <ac:spMk id="3" creationId="{CDBB71BB-4F98-06D4-ECA9-80D00CD975FB}"/>
          </ac:spMkLst>
        </pc:spChg>
        <pc:spChg chg="add mod">
          <ac:chgData name="ㅎㅇ ㅇ" userId="07d8cfaabf68b96f" providerId="LiveId" clId="{4E6E8EA2-49F8-483F-A997-F3D5D1FFB443}" dt="2026-04-13T11:48:08.326" v="1694" actId="1076"/>
          <ac:spMkLst>
            <pc:docMk/>
            <pc:sldMk cId="4140004940" sldId="272"/>
            <ac:spMk id="10" creationId="{D796E47D-BF23-72FB-ACD6-3973C75FFF48}"/>
          </ac:spMkLst>
        </pc:spChg>
        <pc:picChg chg="del">
          <ac:chgData name="ㅎㅇ ㅇ" userId="07d8cfaabf68b96f" providerId="LiveId" clId="{4E6E8EA2-49F8-483F-A997-F3D5D1FFB443}" dt="2026-04-13T11:20:47.430" v="1432" actId="478"/>
          <ac:picMkLst>
            <pc:docMk/>
            <pc:sldMk cId="4140004940" sldId="272"/>
            <ac:picMk id="5" creationId="{2142F67E-C74C-17D1-06F6-DABA04BF4225}"/>
          </ac:picMkLst>
        </pc:picChg>
        <pc:picChg chg="add mod modCrop">
          <ac:chgData name="ㅎㅇ ㅇ" userId="07d8cfaabf68b96f" providerId="LiveId" clId="{4E6E8EA2-49F8-483F-A997-F3D5D1FFB443}" dt="2026-04-13T11:48:17.754" v="1696" actId="732"/>
          <ac:picMkLst>
            <pc:docMk/>
            <pc:sldMk cId="4140004940" sldId="272"/>
            <ac:picMk id="6" creationId="{62AF16D2-83AA-2F45-3F1F-FF72DEBF3892}"/>
          </ac:picMkLst>
        </pc:picChg>
        <pc:picChg chg="del">
          <ac:chgData name="ㅎㅇ ㅇ" userId="07d8cfaabf68b96f" providerId="LiveId" clId="{4E6E8EA2-49F8-483F-A997-F3D5D1FFB443}" dt="2026-04-13T11:20:47.931" v="1433" actId="478"/>
          <ac:picMkLst>
            <pc:docMk/>
            <pc:sldMk cId="4140004940" sldId="272"/>
            <ac:picMk id="7" creationId="{A16B78E5-C3D1-1EE7-BCCC-B9D4B695FB01}"/>
          </ac:picMkLst>
        </pc:picChg>
        <pc:picChg chg="del">
          <ac:chgData name="ㅎㅇ ㅇ" userId="07d8cfaabf68b96f" providerId="LiveId" clId="{4E6E8EA2-49F8-483F-A997-F3D5D1FFB443}" dt="2026-04-13T11:20:48.394" v="1434" actId="478"/>
          <ac:picMkLst>
            <pc:docMk/>
            <pc:sldMk cId="4140004940" sldId="272"/>
            <ac:picMk id="9" creationId="{E5DE36B1-65A9-15C0-63E1-ADE96B1866F8}"/>
          </ac:picMkLst>
        </pc:picChg>
        <pc:picChg chg="add mod modCrop">
          <ac:chgData name="ㅎㅇ ㅇ" userId="07d8cfaabf68b96f" providerId="LiveId" clId="{4E6E8EA2-49F8-483F-A997-F3D5D1FFB443}" dt="2026-04-13T11:49:03.567" v="1717" actId="1076"/>
          <ac:picMkLst>
            <pc:docMk/>
            <pc:sldMk cId="4140004940" sldId="272"/>
            <ac:picMk id="12" creationId="{8017EFAE-6CEE-E88C-2028-5DAF6CF4E655}"/>
          </ac:picMkLst>
        </pc:picChg>
      </pc:sldChg>
      <pc:sldChg chg="addSp modSp new mod">
        <pc:chgData name="ㅎㅇ ㅇ" userId="07d8cfaabf68b96f" providerId="LiveId" clId="{4E6E8EA2-49F8-483F-A997-F3D5D1FFB443}" dt="2026-04-13T11:47:43.645" v="1688" actId="20577"/>
        <pc:sldMkLst>
          <pc:docMk/>
          <pc:sldMk cId="4238812097" sldId="273"/>
        </pc:sldMkLst>
        <pc:spChg chg="mod">
          <ac:chgData name="ㅎㅇ ㅇ" userId="07d8cfaabf68b96f" providerId="LiveId" clId="{4E6E8EA2-49F8-483F-A997-F3D5D1FFB443}" dt="2026-04-13T11:47:43.645" v="1688" actId="20577"/>
          <ac:spMkLst>
            <pc:docMk/>
            <pc:sldMk cId="4238812097" sldId="273"/>
            <ac:spMk id="2" creationId="{C59EB7BC-F0AE-975D-351C-AEEF08DB0F23}"/>
          </ac:spMkLst>
        </pc:spChg>
        <pc:spChg chg="mod">
          <ac:chgData name="ㅎㅇ ㅇ" userId="07d8cfaabf68b96f" providerId="LiveId" clId="{4E6E8EA2-49F8-483F-A997-F3D5D1FFB443}" dt="2026-04-13T11:46:57.121" v="1655" actId="1076"/>
          <ac:spMkLst>
            <pc:docMk/>
            <pc:sldMk cId="4238812097" sldId="273"/>
            <ac:spMk id="3" creationId="{949F3BB8-6BB8-489C-1F5D-65A6D51A9E64}"/>
          </ac:spMkLst>
        </pc:spChg>
        <pc:spChg chg="add mod">
          <ac:chgData name="ㅎㅇ ㅇ" userId="07d8cfaabf68b96f" providerId="LiveId" clId="{4E6E8EA2-49F8-483F-A997-F3D5D1FFB443}" dt="2026-04-13T11:47:04.329" v="1658" actId="1076"/>
          <ac:spMkLst>
            <pc:docMk/>
            <pc:sldMk cId="4238812097" sldId="273"/>
            <ac:spMk id="7" creationId="{E44FE82A-3873-8559-63A2-FB3686562318}"/>
          </ac:spMkLst>
        </pc:spChg>
        <pc:picChg chg="add mod">
          <ac:chgData name="ㅎㅇ ㅇ" userId="07d8cfaabf68b96f" providerId="LiveId" clId="{4E6E8EA2-49F8-483F-A997-F3D5D1FFB443}" dt="2026-04-13T11:47:02.849" v="1657" actId="1076"/>
          <ac:picMkLst>
            <pc:docMk/>
            <pc:sldMk cId="4238812097" sldId="273"/>
            <ac:picMk id="5" creationId="{BA68870F-49DE-0D7B-9C4C-6072493E3112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FBA34B-670B-440E-B124-B66CFC77BB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E5308DB-905E-4760-8C81-E1CC4913B9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A62EBC1-58F9-439C-BDBE-2654C8EFF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0325B-BE43-4DCC-9D10-1BD3DDE4B94C}" type="datetimeFigureOut">
              <a:rPr lang="ko-KR" altLang="en-US" smtClean="0"/>
              <a:t>2026-04-13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D9C63B4-DA0E-414C-AE6A-3DE6CEC6A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DCD8EF9-65EF-4055-8F1B-1AC67F297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9E087-80DD-4798-8E0E-00549E9EE7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83022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1251CA-8218-423C-9212-458B740F7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888" y="136525"/>
            <a:ext cx="11330246" cy="61162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30A85B9-1097-4605-9D18-1C5F4B2295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887" y="872836"/>
            <a:ext cx="11330247" cy="5345084"/>
          </a:xfrm>
        </p:spPr>
        <p:txBody>
          <a:bodyPr>
            <a:normAutofit/>
          </a:bodyPr>
          <a:lstStyle>
            <a:lvl1pPr>
              <a:defRPr sz="1800"/>
            </a:lvl1pPr>
            <a:lvl2pPr marL="685800" indent="-228600">
              <a:lnSpc>
                <a:spcPct val="125000"/>
              </a:lnSpc>
              <a:buFont typeface="Wingdings" panose="05000000000000000000" pitchFamily="2" charset="2"/>
              <a:buChar char="ü"/>
              <a:defRPr sz="1600"/>
            </a:lvl2pPr>
            <a:lvl3pPr marL="1143000" indent="-228600">
              <a:lnSpc>
                <a:spcPct val="125000"/>
              </a:lnSpc>
              <a:buFont typeface="Wingdings" panose="05000000000000000000" pitchFamily="2" charset="2"/>
              <a:buChar char="§"/>
              <a:defRPr sz="1400"/>
            </a:lvl3pPr>
            <a:lvl4pPr>
              <a:lnSpc>
                <a:spcPct val="125000"/>
              </a:lnSpc>
              <a:defRPr sz="1200"/>
            </a:lvl4pPr>
            <a:lvl5pPr>
              <a:lnSpc>
                <a:spcPct val="125000"/>
              </a:lnSpc>
              <a:defRPr sz="12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74749E0-E0E8-4884-8782-5762146AC8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0325B-BE43-4DCC-9D10-1BD3DDE4B94C}" type="datetimeFigureOut">
              <a:rPr lang="ko-KR" altLang="en-US" smtClean="0"/>
              <a:t>2026-04-13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FE7E8FC-B196-419C-86FF-21637ED2C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B26EC23-2404-48EB-AAC2-4F1FBD922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9E087-80DD-4798-8E0E-00549E9EE7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84330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9285DA-C465-462C-B702-C68EC8A0A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D61BA5F-DF45-4C0A-A622-EFCDF57FF0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0574978-CE22-4B97-89CA-2DC69664C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0325B-BE43-4DCC-9D10-1BD3DDE4B94C}" type="datetimeFigureOut">
              <a:rPr lang="ko-KR" altLang="en-US" smtClean="0"/>
              <a:t>2026-04-13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D9DD5FE-BCB7-4DDB-85CD-C2A7223AC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2B35DFD-2A78-4DAF-BC3B-C9C76736A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9E087-80DD-4798-8E0E-00549E9EE7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10266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7E42A3-749B-49E0-9240-65691547B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BE0ADA7-BD77-4203-B831-537B834C55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111AEC7-017C-4580-A4BF-918401B90B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C2BFB15-863C-405A-B71D-5CDAD6F4C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0325B-BE43-4DCC-9D10-1BD3DDE4B94C}" type="datetimeFigureOut">
              <a:rPr lang="ko-KR" altLang="en-US" smtClean="0"/>
              <a:t>2026-04-13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65DCD5C-152E-4B26-ABF1-5784ECEF7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3E8B57B-6BA8-41B3-AF35-9D09A7840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9E087-80DD-4798-8E0E-00549E9EE7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58834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0D9940-EE9E-4DDA-8DC9-469390A6D8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44F9D33-831F-4117-9DEC-4EC02729CB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2251BE3-B3E0-4FE7-B176-9C086D3714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6FFBD1F-96D0-4507-A927-8EE477F30C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B4451FA-3305-4F03-8F5B-DA76BFA0E4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3CF4F63-A659-46F9-AA11-C97A7AAB5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0325B-BE43-4DCC-9D10-1BD3DDE4B94C}" type="datetimeFigureOut">
              <a:rPr lang="ko-KR" altLang="en-US" smtClean="0"/>
              <a:t>2026-04-13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9B7CA12-BF3A-4AC4-B9CC-E5EAA6CF9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81975ED-851D-4134-8F58-0EFBB290C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9E087-80DD-4798-8E0E-00549E9EE7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56734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673913-C3A0-403A-A0A8-06F3F311A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8D952CD-6864-443B-A1D9-95657E133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0325B-BE43-4DCC-9D10-1BD3DDE4B94C}" type="datetimeFigureOut">
              <a:rPr lang="ko-KR" altLang="en-US" smtClean="0"/>
              <a:t>2026-04-13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D5D91A6-63E0-4A50-ACBD-25556DAC9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B382175-5F9F-47C4-BF6C-C050012EC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9E087-80DD-4798-8E0E-00549E9EE7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98538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376E33D-F8EB-492F-A8B0-24D43FE9AE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0325B-BE43-4DCC-9D10-1BD3DDE4B94C}" type="datetimeFigureOut">
              <a:rPr lang="ko-KR" altLang="en-US" smtClean="0"/>
              <a:t>2026-04-13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6C6168F-0CF2-4313-83B5-B019431C3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9098A3-53F9-44CB-80D4-FD030A21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9E087-80DD-4798-8E0E-00549E9EE7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7893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99A5B8-489A-42DA-B489-DA8A190043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482FE2C-A4B1-40AF-8647-B90928235E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FB92C47-8FEC-4D81-9987-E625737A8F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7728B39-BFB3-4ACD-B5BE-0BD4CCAD3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0325B-BE43-4DCC-9D10-1BD3DDE4B94C}" type="datetimeFigureOut">
              <a:rPr lang="ko-KR" altLang="en-US" smtClean="0"/>
              <a:t>2026-04-13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4E755FC-FB78-4226-B45F-7234EA9BB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56ACEF6-DC6C-4D23-8AB4-5A05EA27B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9E087-80DD-4798-8E0E-00549E9EE7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86698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7283BA-09E2-4414-BF6D-A23F738831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138071C-7C62-4AB1-851B-F9DC9BEF64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92EC905-315A-4D63-A12D-5ECAE27BC1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DFB5ABA-E619-47C8-B23A-C05857CA7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0325B-BE43-4DCC-9D10-1BD3DDE4B94C}" type="datetimeFigureOut">
              <a:rPr lang="ko-KR" altLang="en-US" smtClean="0"/>
              <a:t>2026-04-13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57035FB-841C-4046-AADD-FC6A3F4EE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BE228E3-FC97-4B03-87CD-2F038AB8A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9E087-80DD-4798-8E0E-00549E9EE7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62378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3F029A-2E60-4B44-9A6A-80D3AE050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3B4D337-072C-4B16-B51D-759528DF5D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2B6624E-7E89-4C0C-8615-FBBD7D8C2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0325B-BE43-4DCC-9D10-1BD3DDE4B94C}" type="datetimeFigureOut">
              <a:rPr lang="ko-KR" altLang="en-US" smtClean="0"/>
              <a:t>2026-04-13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1E43811-3DEF-4855-B90F-8B9168CD3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84CDEAE-2B92-420D-858B-AD5BC5D7C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9E087-80DD-4798-8E0E-00549E9EE7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386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D6B0B40-188B-47A3-B53B-C65F8C093A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7C49200-0A12-413C-93C2-BE9D4111AE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6BF6E5F-07B0-453D-B753-F871D97229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0325B-BE43-4DCC-9D10-1BD3DDE4B94C}" type="datetimeFigureOut">
              <a:rPr lang="ko-KR" altLang="en-US" smtClean="0"/>
              <a:t>2026-04-13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A0F5147-4937-417C-862B-087EAFB60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3A07A36-1CBA-449C-A4BC-8173853B6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9E087-80DD-4798-8E0E-00549E9EE7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16384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08729E5-53EC-48FB-B133-DB4FC277E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68373C5-C2E8-45EC-908B-B737AB737A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09A3C51-E34B-43B4-B613-28876249E8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A0325B-BE43-4DCC-9D10-1BD3DDE4B94C}" type="datetimeFigureOut">
              <a:rPr lang="ko-KR" altLang="en-US" smtClean="0"/>
              <a:t>2026-04-13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D3DD3B1-A137-45AC-8727-8770B4053A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251B0F5-2C6F-41B2-95AD-0C99887540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89E087-80DD-4798-8E0E-00549E9EE7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13594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D78CAC-D28C-115E-2284-A1677B28E0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평가지표 불균형 원인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FC5EFD1-8831-21CE-B30D-D75CE4B34E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AutoNum type="arabicPeriod"/>
            </a:pPr>
            <a:r>
              <a:rPr lang="ko-KR" altLang="en-US" dirty="0"/>
              <a:t>타깃은 </a:t>
            </a:r>
            <a:r>
              <a:rPr lang="en-US" altLang="ko-KR" dirty="0"/>
              <a:t>Machine failure</a:t>
            </a:r>
            <a:r>
              <a:rPr lang="ko-KR" altLang="en-US" dirty="0"/>
              <a:t>이고 </a:t>
            </a:r>
            <a:r>
              <a:rPr lang="en-US" altLang="ko-KR" dirty="0"/>
              <a:t>ai4i2020 </a:t>
            </a:r>
            <a:r>
              <a:rPr lang="ko-KR" altLang="en-US" dirty="0"/>
              <a:t>데이터셋은 정상</a:t>
            </a:r>
            <a:r>
              <a:rPr lang="en-US" altLang="ko-KR" dirty="0"/>
              <a:t>(0)</a:t>
            </a:r>
            <a:r>
              <a:rPr lang="ko-KR" altLang="en-US" dirty="0"/>
              <a:t>이 훨씬 많음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br>
              <a:rPr lang="en-US" altLang="ko-KR" dirty="0"/>
            </a:br>
            <a:r>
              <a:rPr lang="ko-KR" altLang="en-US" dirty="0"/>
              <a:t>이런 경우 모델이 정상으로만 분류해도 정확도가 높게 나오지만 고장</a:t>
            </a:r>
            <a:r>
              <a:rPr lang="en-US" altLang="ko-KR" dirty="0"/>
              <a:t>(1)</a:t>
            </a:r>
            <a:r>
              <a:rPr lang="ko-KR" altLang="en-US" dirty="0"/>
              <a:t>을 놓치면 </a:t>
            </a:r>
            <a:r>
              <a:rPr lang="en-US" altLang="ko-KR" dirty="0"/>
              <a:t>Recall, F1-Score</a:t>
            </a:r>
            <a:r>
              <a:rPr lang="ko-KR" altLang="en-US" dirty="0"/>
              <a:t>가 크게 떨어지게 됨</a:t>
            </a:r>
            <a:r>
              <a:rPr lang="en-US" altLang="ko-KR" dirty="0"/>
              <a:t>.</a:t>
            </a:r>
          </a:p>
          <a:p>
            <a:pPr marL="342900" indent="-342900">
              <a:buAutoNum type="arabicPeriod"/>
            </a:pPr>
            <a:r>
              <a:rPr lang="ko-KR" altLang="en-US" dirty="0"/>
              <a:t>모델 학습 시 </a:t>
            </a:r>
            <a:r>
              <a:rPr lang="ko-KR" altLang="en-US" dirty="0" err="1"/>
              <a:t>임곗값</a:t>
            </a:r>
            <a:r>
              <a:rPr lang="en-US" altLang="ko-KR" dirty="0"/>
              <a:t>(sigmoid </a:t>
            </a:r>
            <a:r>
              <a:rPr lang="ko-KR" altLang="en-US" dirty="0"/>
              <a:t>확률</a:t>
            </a:r>
            <a:r>
              <a:rPr lang="en-US" altLang="ko-KR" dirty="0"/>
              <a:t>)</a:t>
            </a:r>
            <a:r>
              <a:rPr lang="ko-KR" altLang="en-US" dirty="0"/>
              <a:t>을 </a:t>
            </a:r>
            <a:r>
              <a:rPr lang="en-US" altLang="ko-KR" dirty="0"/>
              <a:t>0.5</a:t>
            </a:r>
            <a:r>
              <a:rPr lang="ko-KR" altLang="en-US" dirty="0"/>
              <a:t>로 바로 </a:t>
            </a:r>
            <a:r>
              <a:rPr lang="ko-KR" altLang="en-US" dirty="0" err="1"/>
              <a:t>이진화하는</a:t>
            </a:r>
            <a:r>
              <a:rPr lang="ko-KR" altLang="en-US" dirty="0"/>
              <a:t> 구조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불균형 데이터에서는 </a:t>
            </a:r>
            <a:r>
              <a:rPr lang="en-US" altLang="ko-KR" dirty="0"/>
              <a:t>0.5</a:t>
            </a:r>
            <a:r>
              <a:rPr lang="ko-KR" altLang="en-US" dirty="0"/>
              <a:t>가 최적점이 아닌 경우가 많아 </a:t>
            </a:r>
            <a:r>
              <a:rPr lang="en-US" altLang="ko-KR" dirty="0"/>
              <a:t>Precision, Recall </a:t>
            </a:r>
            <a:r>
              <a:rPr lang="ko-KR" altLang="en-US" dirty="0"/>
              <a:t>한쪽이 무너져 </a:t>
            </a:r>
            <a:r>
              <a:rPr lang="en-US" altLang="ko-KR" dirty="0"/>
              <a:t>F1-Score</a:t>
            </a:r>
            <a:r>
              <a:rPr lang="ko-KR" altLang="en-US" dirty="0"/>
              <a:t>가 낮아지기 쉬움</a:t>
            </a:r>
            <a:r>
              <a:rPr lang="en-US" altLang="ko-KR" dirty="0"/>
              <a:t>.</a:t>
            </a:r>
          </a:p>
          <a:p>
            <a:pPr marL="342900" indent="-342900">
              <a:buAutoNum type="arabicPeriod"/>
            </a:pPr>
            <a:r>
              <a:rPr lang="ko-KR" altLang="en-US" dirty="0"/>
              <a:t>학습 배치 시 고장 비율을 인위적으로 높이는 샘플링 기법을 사용하였으나</a:t>
            </a:r>
            <a:r>
              <a:rPr lang="en-US" altLang="ko-KR" dirty="0"/>
              <a:t>, </a:t>
            </a:r>
            <a:r>
              <a:rPr lang="ko-KR" altLang="en-US" dirty="0"/>
              <a:t>평가 시 데이터는 원래 분포를 이용하여 테스트 진행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이러한 차이로 인해 모델 출력 확률 분포가 실제 평가 분포와 어긋나 특정 지표로만 치우치는 현상이 자주 생김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63944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CE5BC9-30C9-F0F7-409F-C396136DB6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99EAEE-0589-101B-5307-CCB1B69E9D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성능 향상을 위해 도입한 기술 및 적용 이유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657E4BB-815C-2ECF-4BEF-4DBD27A054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AutoNum type="arabicPeriod"/>
            </a:pPr>
            <a:r>
              <a:rPr lang="ko-KR" altLang="en-US" dirty="0"/>
              <a:t>불균형 처리 방식 개선</a:t>
            </a:r>
            <a:br>
              <a:rPr lang="en-US" altLang="ko-KR" dirty="0"/>
            </a:br>
            <a:r>
              <a:rPr lang="ko-KR" altLang="en-US" dirty="0"/>
              <a:t>기존 </a:t>
            </a:r>
            <a:r>
              <a:rPr lang="en-US" altLang="ko-KR" dirty="0" err="1"/>
              <a:t>WeightedRandomSampler</a:t>
            </a:r>
            <a:r>
              <a:rPr lang="en-US" altLang="ko-KR" dirty="0"/>
              <a:t> </a:t>
            </a:r>
            <a:r>
              <a:rPr lang="ko-KR" altLang="en-US" dirty="0"/>
              <a:t>기반 오버 샘플링 </a:t>
            </a:r>
            <a:r>
              <a:rPr lang="en-US" altLang="ko-KR" dirty="0"/>
              <a:t>&gt; </a:t>
            </a:r>
            <a:r>
              <a:rPr lang="ko-KR" altLang="en-US" dirty="0"/>
              <a:t>원본 분포 기반 </a:t>
            </a:r>
            <a:r>
              <a:rPr lang="en-US" altLang="ko-KR" dirty="0"/>
              <a:t>shuffle </a:t>
            </a:r>
            <a:r>
              <a:rPr lang="ko-KR" altLang="en-US" dirty="0"/>
              <a:t>학습 변경</a:t>
            </a:r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r>
              <a:rPr lang="en-US" altLang="ko-KR" dirty="0" err="1"/>
              <a:t>pos_weight</a:t>
            </a:r>
            <a:r>
              <a:rPr lang="en-US" altLang="ko-KR" dirty="0"/>
              <a:t> </a:t>
            </a:r>
            <a:r>
              <a:rPr lang="ko-KR" altLang="en-US" dirty="0"/>
              <a:t>클래스 가중치 적용하여 소수 클래스</a:t>
            </a:r>
            <a:r>
              <a:rPr lang="en-US" altLang="ko-KR" dirty="0"/>
              <a:t>(</a:t>
            </a:r>
            <a:r>
              <a:rPr lang="ko-KR" altLang="en-US" dirty="0"/>
              <a:t>고장</a:t>
            </a:r>
            <a:r>
              <a:rPr lang="en-US" altLang="ko-KR" dirty="0"/>
              <a:t>)</a:t>
            </a:r>
            <a:r>
              <a:rPr lang="ko-KR" altLang="en-US" dirty="0"/>
              <a:t> 학습 신호 강화</a:t>
            </a:r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r>
              <a:rPr lang="en-US" altLang="ko-KR" dirty="0"/>
              <a:t>epoch</a:t>
            </a:r>
            <a:r>
              <a:rPr lang="ko-KR" altLang="en-US" dirty="0"/>
              <a:t>마다 </a:t>
            </a:r>
            <a:r>
              <a:rPr lang="ko-KR" altLang="en-US" dirty="0" err="1"/>
              <a:t>임곗값</a:t>
            </a:r>
            <a:r>
              <a:rPr lang="ko-KR" altLang="en-US" dirty="0"/>
              <a:t> </a:t>
            </a:r>
            <a:r>
              <a:rPr lang="en-US" altLang="ko-KR" dirty="0"/>
              <a:t>0.1~0.9 </a:t>
            </a:r>
            <a:r>
              <a:rPr lang="ko-KR" altLang="en-US" dirty="0" err="1"/>
              <a:t>스윕으로</a:t>
            </a:r>
            <a:r>
              <a:rPr lang="ko-KR" altLang="en-US" dirty="0"/>
              <a:t> 최적 </a:t>
            </a:r>
            <a:r>
              <a:rPr lang="en-US" altLang="ko-KR" dirty="0"/>
              <a:t>F1 </a:t>
            </a:r>
            <a:r>
              <a:rPr lang="ko-KR" altLang="en-US" dirty="0" err="1"/>
              <a:t>임곗값</a:t>
            </a:r>
            <a:r>
              <a:rPr lang="ko-KR" altLang="en-US" dirty="0"/>
              <a:t> 탐색</a:t>
            </a:r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37F5B6B-16C5-3053-F391-4FD041DB0E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401" y="1494244"/>
            <a:ext cx="3714494" cy="72992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2AD2125C-3ECD-F8BB-B404-7899A8F818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626" y="2603354"/>
            <a:ext cx="6951528" cy="739714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5E11FAF0-7AEC-6F34-E87D-79BDEC0942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5871" y="3703144"/>
            <a:ext cx="5775942" cy="2691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72433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DF6A59-1DF1-2796-DFF8-A70FC98A6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A19076-5BEF-FF44-EB39-5F2BE00A8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성능 향상을 위해 도입한 기술 및 적용 이유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DBB71BB-4F98-06D4-ECA9-80D00CD975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 startAt="4"/>
            </a:pPr>
            <a:r>
              <a:rPr lang="ko-KR" altLang="en-US" dirty="0"/>
              <a:t>모델 구조 조정</a:t>
            </a:r>
            <a:r>
              <a:rPr lang="en-US" altLang="ko-KR" dirty="0"/>
              <a:t>(64-32</a:t>
            </a:r>
            <a:r>
              <a:rPr lang="ko-KR" altLang="en-US" dirty="0"/>
              <a:t>로 은닉 노드 증가</a:t>
            </a:r>
            <a:r>
              <a:rPr lang="en-US" altLang="ko-KR" dirty="0"/>
              <a:t>)</a:t>
            </a:r>
            <a:r>
              <a:rPr lang="ko-KR" altLang="en-US" dirty="0"/>
              <a:t> 및 </a:t>
            </a:r>
            <a:r>
              <a:rPr lang="en-US" altLang="ko-KR" dirty="0"/>
              <a:t>dropout</a:t>
            </a:r>
            <a:r>
              <a:rPr lang="ko-KR" altLang="en-US" dirty="0"/>
              <a:t>완화하여 표현력과 안정성</a:t>
            </a:r>
            <a:r>
              <a:rPr lang="en-US" altLang="ko-KR" dirty="0"/>
              <a:t>(underfitting)</a:t>
            </a:r>
            <a:r>
              <a:rPr lang="ko-KR" altLang="en-US" dirty="0"/>
              <a:t> 개선</a:t>
            </a:r>
            <a:endParaRPr lang="en-US" altLang="ko-KR" dirty="0"/>
          </a:p>
          <a:p>
            <a:pPr marL="342900" indent="-342900">
              <a:buFont typeface="+mj-lt"/>
              <a:buAutoNum type="arabicPeriod" startAt="4"/>
            </a:pPr>
            <a:endParaRPr lang="en-US" altLang="ko-KR" dirty="0"/>
          </a:p>
          <a:p>
            <a:pPr marL="342900" indent="-342900">
              <a:buFont typeface="+mj-lt"/>
              <a:buAutoNum type="arabicPeriod" startAt="4"/>
            </a:pPr>
            <a:endParaRPr lang="en-US" altLang="ko-KR" dirty="0"/>
          </a:p>
          <a:p>
            <a:pPr marL="342900" indent="-342900">
              <a:buFont typeface="+mj-lt"/>
              <a:buAutoNum type="arabicPeriod" startAt="4"/>
            </a:pPr>
            <a:endParaRPr lang="en-US" altLang="ko-KR" dirty="0"/>
          </a:p>
          <a:p>
            <a:pPr marL="342900" indent="-342900">
              <a:buFont typeface="+mj-lt"/>
              <a:buAutoNum type="arabicPeriod" startAt="4"/>
            </a:pPr>
            <a:endParaRPr lang="en-US" altLang="ko-KR" dirty="0"/>
          </a:p>
          <a:p>
            <a:pPr marL="342900" indent="-342900">
              <a:buFont typeface="+mj-lt"/>
              <a:buAutoNum type="arabicPeriod" startAt="4"/>
            </a:pPr>
            <a:endParaRPr lang="en-US" altLang="ko-KR" dirty="0"/>
          </a:p>
          <a:p>
            <a:pPr marL="342900" indent="-342900">
              <a:buFont typeface="+mj-lt"/>
              <a:buAutoNum type="arabicPeriod" startAt="4"/>
            </a:pPr>
            <a:endParaRPr lang="en-US" altLang="ko-KR" dirty="0"/>
          </a:p>
          <a:p>
            <a:pPr marL="342900" indent="-342900">
              <a:buFont typeface="+mj-lt"/>
              <a:buAutoNum type="arabicPeriod" startAt="4"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4-1. 64-32</a:t>
            </a:r>
            <a:r>
              <a:rPr lang="ko-KR" altLang="en-US" dirty="0"/>
              <a:t> 검증 </a:t>
            </a:r>
            <a:r>
              <a:rPr lang="en-US" altLang="ko-KR" dirty="0"/>
              <a:t>F1-Score</a:t>
            </a:r>
            <a:r>
              <a:rPr lang="ko-KR" altLang="en-US" dirty="0"/>
              <a:t> </a:t>
            </a:r>
            <a:r>
              <a:rPr lang="en-US" altLang="ko-KR" dirty="0"/>
              <a:t>0.7</a:t>
            </a:r>
            <a:r>
              <a:rPr lang="ko-KR" altLang="en-US" dirty="0"/>
              <a:t>이하로 </a:t>
            </a:r>
            <a:r>
              <a:rPr lang="ko-KR" altLang="en-US" dirty="0" err="1"/>
              <a:t>은닉층</a:t>
            </a:r>
            <a:r>
              <a:rPr lang="ko-KR" altLang="en-US" dirty="0"/>
              <a:t> 노드 추가 증가</a:t>
            </a:r>
            <a:endParaRPr lang="en-US" altLang="ko-KR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2AF16D2-83AA-2F45-3F1F-FF72DEBF389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3795"/>
          <a:stretch>
            <a:fillRect/>
          </a:stretch>
        </p:blipFill>
        <p:spPr>
          <a:xfrm>
            <a:off x="894780" y="1304671"/>
            <a:ext cx="3336561" cy="251429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796E47D-BF23-72FB-ACD6-3973C75FFF48}"/>
              </a:ext>
            </a:extLst>
          </p:cNvPr>
          <p:cNvSpPr txBox="1"/>
          <p:nvPr/>
        </p:nvSpPr>
        <p:spPr>
          <a:xfrm>
            <a:off x="5109881" y="1264146"/>
            <a:ext cx="866887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 err="1"/>
              <a:t>Epoch</a:t>
            </a:r>
            <a:r>
              <a:rPr lang="ko-KR" altLang="en-US" sz="1200" dirty="0"/>
              <a:t> [ 1/50] | </a:t>
            </a:r>
            <a:r>
              <a:rPr lang="ko-KR" altLang="en-US" sz="1200" dirty="0" err="1"/>
              <a:t>Train</a:t>
            </a:r>
            <a:r>
              <a:rPr lang="ko-KR" altLang="en-US" sz="1200" dirty="0"/>
              <a:t> </a:t>
            </a:r>
            <a:r>
              <a:rPr lang="ko-KR" altLang="en-US" sz="1200" dirty="0" err="1"/>
              <a:t>Loss</a:t>
            </a:r>
            <a:r>
              <a:rPr lang="ko-KR" altLang="en-US" sz="1200" dirty="0"/>
              <a:t>: 0.9687 | </a:t>
            </a:r>
            <a:r>
              <a:rPr lang="ko-KR" altLang="en-US" sz="1200" dirty="0" err="1"/>
              <a:t>Val</a:t>
            </a:r>
            <a:r>
              <a:rPr lang="ko-KR" altLang="en-US" sz="1200" dirty="0"/>
              <a:t> </a:t>
            </a:r>
            <a:r>
              <a:rPr lang="ko-KR" altLang="en-US" sz="1200" dirty="0" err="1"/>
              <a:t>Loss</a:t>
            </a:r>
            <a:r>
              <a:rPr lang="ko-KR" altLang="en-US" sz="1200" dirty="0"/>
              <a:t>: 0.7547 | </a:t>
            </a:r>
            <a:r>
              <a:rPr lang="ko-KR" altLang="en-US" sz="1200" dirty="0" err="1"/>
              <a:t>Val</a:t>
            </a:r>
            <a:r>
              <a:rPr lang="ko-KR" altLang="en-US" sz="1200" dirty="0"/>
              <a:t> F1(</a:t>
            </a:r>
            <a:r>
              <a:rPr lang="ko-KR" altLang="en-US" sz="1200" dirty="0" err="1"/>
              <a:t>best-thr</a:t>
            </a:r>
            <a:r>
              <a:rPr lang="ko-KR" altLang="en-US" sz="1200" dirty="0"/>
              <a:t>): 0.5065 | </a:t>
            </a:r>
            <a:r>
              <a:rPr lang="ko-KR" altLang="en-US" sz="1200" dirty="0" err="1"/>
              <a:t>Thr</a:t>
            </a:r>
            <a:r>
              <a:rPr lang="ko-KR" altLang="en-US" sz="1200" dirty="0"/>
              <a:t>: 0.86</a:t>
            </a:r>
          </a:p>
          <a:p>
            <a:r>
              <a:rPr lang="ko-KR" altLang="en-US" sz="1200" dirty="0" err="1"/>
              <a:t>Epoch</a:t>
            </a:r>
            <a:r>
              <a:rPr lang="ko-KR" altLang="en-US" sz="1200" dirty="0"/>
              <a:t> [ 5/50] | </a:t>
            </a:r>
            <a:r>
              <a:rPr lang="ko-KR" altLang="en-US" sz="1200" dirty="0" err="1"/>
              <a:t>Train</a:t>
            </a:r>
            <a:r>
              <a:rPr lang="ko-KR" altLang="en-US" sz="1200" dirty="0"/>
              <a:t> </a:t>
            </a:r>
            <a:r>
              <a:rPr lang="ko-KR" altLang="en-US" sz="1200" dirty="0" err="1"/>
              <a:t>Loss</a:t>
            </a:r>
            <a:r>
              <a:rPr lang="ko-KR" altLang="en-US" sz="1200" dirty="0"/>
              <a:t>: 0.5900 | </a:t>
            </a:r>
            <a:r>
              <a:rPr lang="ko-KR" altLang="en-US" sz="1200" dirty="0" err="1"/>
              <a:t>Val</a:t>
            </a:r>
            <a:r>
              <a:rPr lang="ko-KR" altLang="en-US" sz="1200" dirty="0"/>
              <a:t> </a:t>
            </a:r>
            <a:r>
              <a:rPr lang="ko-KR" altLang="en-US" sz="1200" dirty="0" err="1"/>
              <a:t>Loss</a:t>
            </a:r>
            <a:r>
              <a:rPr lang="ko-KR" altLang="en-US" sz="1200" dirty="0"/>
              <a:t>: 0.5500 | </a:t>
            </a:r>
            <a:r>
              <a:rPr lang="ko-KR" altLang="en-US" sz="1200" dirty="0" err="1"/>
              <a:t>Val</a:t>
            </a:r>
            <a:r>
              <a:rPr lang="ko-KR" altLang="en-US" sz="1200" dirty="0"/>
              <a:t> F1(</a:t>
            </a:r>
            <a:r>
              <a:rPr lang="ko-KR" altLang="en-US" sz="1200" dirty="0" err="1"/>
              <a:t>best-thr</a:t>
            </a:r>
            <a:r>
              <a:rPr lang="ko-KR" altLang="en-US" sz="1200" dirty="0"/>
              <a:t>): 0.5286 | </a:t>
            </a:r>
            <a:r>
              <a:rPr lang="ko-KR" altLang="en-US" sz="1200" dirty="0" err="1"/>
              <a:t>Thr</a:t>
            </a:r>
            <a:r>
              <a:rPr lang="ko-KR" altLang="en-US" sz="1200" dirty="0"/>
              <a:t>: 0.85</a:t>
            </a:r>
          </a:p>
          <a:p>
            <a:r>
              <a:rPr lang="ko-KR" altLang="en-US" sz="1200" dirty="0" err="1"/>
              <a:t>Epoch</a:t>
            </a:r>
            <a:r>
              <a:rPr lang="ko-KR" altLang="en-US" sz="1200" dirty="0"/>
              <a:t> [10/50] | </a:t>
            </a:r>
            <a:r>
              <a:rPr lang="ko-KR" altLang="en-US" sz="1200" dirty="0" err="1"/>
              <a:t>Train</a:t>
            </a:r>
            <a:r>
              <a:rPr lang="ko-KR" altLang="en-US" sz="1200" dirty="0"/>
              <a:t> </a:t>
            </a:r>
            <a:r>
              <a:rPr lang="ko-KR" altLang="en-US" sz="1200" dirty="0" err="1"/>
              <a:t>Loss</a:t>
            </a:r>
            <a:r>
              <a:rPr lang="ko-KR" altLang="en-US" sz="1200" dirty="0"/>
              <a:t>: 0.4999 | </a:t>
            </a:r>
            <a:r>
              <a:rPr lang="ko-KR" altLang="en-US" sz="1200" dirty="0" err="1"/>
              <a:t>Val</a:t>
            </a:r>
            <a:r>
              <a:rPr lang="ko-KR" altLang="en-US" sz="1200" dirty="0"/>
              <a:t> </a:t>
            </a:r>
            <a:r>
              <a:rPr lang="ko-KR" altLang="en-US" sz="1200" dirty="0" err="1"/>
              <a:t>Loss</a:t>
            </a:r>
            <a:r>
              <a:rPr lang="ko-KR" altLang="en-US" sz="1200" dirty="0"/>
              <a:t>: 0.4430 | </a:t>
            </a:r>
            <a:r>
              <a:rPr lang="ko-KR" altLang="en-US" sz="1200" dirty="0" err="1"/>
              <a:t>Val</a:t>
            </a:r>
            <a:r>
              <a:rPr lang="ko-KR" altLang="en-US" sz="1200" dirty="0"/>
              <a:t> F1(</a:t>
            </a:r>
            <a:r>
              <a:rPr lang="ko-KR" altLang="en-US" sz="1200" dirty="0" err="1"/>
              <a:t>best-thr</a:t>
            </a:r>
            <a:r>
              <a:rPr lang="ko-KR" altLang="en-US" sz="1200" dirty="0"/>
              <a:t>): 0.6145 | </a:t>
            </a:r>
            <a:r>
              <a:rPr lang="ko-KR" altLang="en-US" sz="1200" dirty="0" err="1"/>
              <a:t>Thr</a:t>
            </a:r>
            <a:r>
              <a:rPr lang="ko-KR" altLang="en-US" sz="1200" dirty="0"/>
              <a:t>: 0.89</a:t>
            </a:r>
          </a:p>
          <a:p>
            <a:r>
              <a:rPr lang="ko-KR" altLang="en-US" sz="1200" dirty="0" err="1"/>
              <a:t>Epoch</a:t>
            </a:r>
            <a:r>
              <a:rPr lang="ko-KR" altLang="en-US" sz="1200" dirty="0"/>
              <a:t> [15/50] | </a:t>
            </a:r>
            <a:r>
              <a:rPr lang="ko-KR" altLang="en-US" sz="1200" dirty="0" err="1"/>
              <a:t>Train</a:t>
            </a:r>
            <a:r>
              <a:rPr lang="ko-KR" altLang="en-US" sz="1200" dirty="0"/>
              <a:t> </a:t>
            </a:r>
            <a:r>
              <a:rPr lang="ko-KR" altLang="en-US" sz="1200" dirty="0" err="1"/>
              <a:t>Loss</a:t>
            </a:r>
            <a:r>
              <a:rPr lang="ko-KR" altLang="en-US" sz="1200" dirty="0"/>
              <a:t>: 0.4705 | </a:t>
            </a:r>
            <a:r>
              <a:rPr lang="ko-KR" altLang="en-US" sz="1200" dirty="0" err="1"/>
              <a:t>Val</a:t>
            </a:r>
            <a:r>
              <a:rPr lang="ko-KR" altLang="en-US" sz="1200" dirty="0"/>
              <a:t> </a:t>
            </a:r>
            <a:r>
              <a:rPr lang="ko-KR" altLang="en-US" sz="1200" dirty="0" err="1"/>
              <a:t>Loss</a:t>
            </a:r>
            <a:r>
              <a:rPr lang="ko-KR" altLang="en-US" sz="1200" dirty="0"/>
              <a:t>: 0.4305 | </a:t>
            </a:r>
            <a:r>
              <a:rPr lang="ko-KR" altLang="en-US" sz="1200" dirty="0" err="1"/>
              <a:t>Val</a:t>
            </a:r>
            <a:r>
              <a:rPr lang="ko-KR" altLang="en-US" sz="1200" dirty="0"/>
              <a:t> F1(</a:t>
            </a:r>
            <a:r>
              <a:rPr lang="ko-KR" altLang="en-US" sz="1200" dirty="0" err="1"/>
              <a:t>best-thr</a:t>
            </a:r>
            <a:r>
              <a:rPr lang="ko-KR" altLang="en-US" sz="1200" dirty="0"/>
              <a:t>): 0.6225 | </a:t>
            </a:r>
            <a:r>
              <a:rPr lang="ko-KR" altLang="en-US" sz="1200" dirty="0" err="1"/>
              <a:t>Thr</a:t>
            </a:r>
            <a:r>
              <a:rPr lang="ko-KR" altLang="en-US" sz="1200" dirty="0"/>
              <a:t>: 0.88</a:t>
            </a:r>
          </a:p>
          <a:p>
            <a:r>
              <a:rPr lang="ko-KR" altLang="en-US" sz="1200" dirty="0" err="1"/>
              <a:t>Epoch</a:t>
            </a:r>
            <a:r>
              <a:rPr lang="ko-KR" altLang="en-US" sz="1200" dirty="0"/>
              <a:t> [20/50] | </a:t>
            </a:r>
            <a:r>
              <a:rPr lang="ko-KR" altLang="en-US" sz="1200" dirty="0" err="1"/>
              <a:t>Train</a:t>
            </a:r>
            <a:r>
              <a:rPr lang="ko-KR" altLang="en-US" sz="1200" dirty="0"/>
              <a:t> </a:t>
            </a:r>
            <a:r>
              <a:rPr lang="ko-KR" altLang="en-US" sz="1200" dirty="0" err="1"/>
              <a:t>Loss</a:t>
            </a:r>
            <a:r>
              <a:rPr lang="ko-KR" altLang="en-US" sz="1200" dirty="0"/>
              <a:t>: 0.4748 | </a:t>
            </a:r>
            <a:r>
              <a:rPr lang="ko-KR" altLang="en-US" sz="1200" dirty="0" err="1"/>
              <a:t>Val</a:t>
            </a:r>
            <a:r>
              <a:rPr lang="ko-KR" altLang="en-US" sz="1200" dirty="0"/>
              <a:t> </a:t>
            </a:r>
            <a:r>
              <a:rPr lang="ko-KR" altLang="en-US" sz="1200" dirty="0" err="1"/>
              <a:t>Loss</a:t>
            </a:r>
            <a:r>
              <a:rPr lang="ko-KR" altLang="en-US" sz="1200" dirty="0"/>
              <a:t>: 0.4199 | </a:t>
            </a:r>
            <a:r>
              <a:rPr lang="ko-KR" altLang="en-US" sz="1200" dirty="0" err="1"/>
              <a:t>Val</a:t>
            </a:r>
            <a:r>
              <a:rPr lang="ko-KR" altLang="en-US" sz="1200" dirty="0"/>
              <a:t> F1(</a:t>
            </a:r>
            <a:r>
              <a:rPr lang="ko-KR" altLang="en-US" sz="1200" dirty="0" err="1"/>
              <a:t>best-thr</a:t>
            </a:r>
            <a:r>
              <a:rPr lang="ko-KR" altLang="en-US" sz="1200" dirty="0"/>
              <a:t>): 0.6108 | </a:t>
            </a:r>
            <a:r>
              <a:rPr lang="ko-KR" altLang="en-US" sz="1200" dirty="0" err="1"/>
              <a:t>Thr</a:t>
            </a:r>
            <a:r>
              <a:rPr lang="ko-KR" altLang="en-US" sz="1200" dirty="0"/>
              <a:t>: 0.88</a:t>
            </a:r>
          </a:p>
          <a:p>
            <a:r>
              <a:rPr lang="ko-KR" altLang="en-US" sz="1200" dirty="0" err="1"/>
              <a:t>Epoch</a:t>
            </a:r>
            <a:r>
              <a:rPr lang="ko-KR" altLang="en-US" sz="1200" dirty="0"/>
              <a:t> [25/50] | </a:t>
            </a:r>
            <a:r>
              <a:rPr lang="ko-KR" altLang="en-US" sz="1200" dirty="0" err="1"/>
              <a:t>Train</a:t>
            </a:r>
            <a:r>
              <a:rPr lang="ko-KR" altLang="en-US" sz="1200" dirty="0"/>
              <a:t> </a:t>
            </a:r>
            <a:r>
              <a:rPr lang="ko-KR" altLang="en-US" sz="1200" dirty="0" err="1"/>
              <a:t>Loss</a:t>
            </a:r>
            <a:r>
              <a:rPr lang="ko-KR" altLang="en-US" sz="1200" dirty="0"/>
              <a:t>: 0.4764 | </a:t>
            </a:r>
            <a:r>
              <a:rPr lang="ko-KR" altLang="en-US" sz="1200" dirty="0" err="1"/>
              <a:t>Val</a:t>
            </a:r>
            <a:r>
              <a:rPr lang="ko-KR" altLang="en-US" sz="1200" dirty="0"/>
              <a:t> </a:t>
            </a:r>
            <a:r>
              <a:rPr lang="ko-KR" altLang="en-US" sz="1200" dirty="0" err="1"/>
              <a:t>Loss</a:t>
            </a:r>
            <a:r>
              <a:rPr lang="ko-KR" altLang="en-US" sz="1200" dirty="0"/>
              <a:t>: 0.4131 | </a:t>
            </a:r>
            <a:r>
              <a:rPr lang="ko-KR" altLang="en-US" sz="1200" dirty="0" err="1"/>
              <a:t>Val</a:t>
            </a:r>
            <a:r>
              <a:rPr lang="ko-KR" altLang="en-US" sz="1200" dirty="0"/>
              <a:t> F1(</a:t>
            </a:r>
            <a:r>
              <a:rPr lang="ko-KR" altLang="en-US" sz="1200" dirty="0" err="1"/>
              <a:t>best-thr</a:t>
            </a:r>
            <a:r>
              <a:rPr lang="ko-KR" altLang="en-US" sz="1200" dirty="0"/>
              <a:t>): 0.6577 | </a:t>
            </a:r>
            <a:r>
              <a:rPr lang="ko-KR" altLang="en-US" sz="1200" dirty="0" err="1"/>
              <a:t>Thr</a:t>
            </a:r>
            <a:r>
              <a:rPr lang="ko-KR" altLang="en-US" sz="1200" dirty="0"/>
              <a:t>: 0.89</a:t>
            </a:r>
          </a:p>
          <a:p>
            <a:r>
              <a:rPr lang="ko-KR" altLang="en-US" sz="1200" dirty="0" err="1"/>
              <a:t>Epoch</a:t>
            </a:r>
            <a:r>
              <a:rPr lang="ko-KR" altLang="en-US" sz="1200" dirty="0"/>
              <a:t> [30/50] | </a:t>
            </a:r>
            <a:r>
              <a:rPr lang="ko-KR" altLang="en-US" sz="1200" dirty="0" err="1"/>
              <a:t>Train</a:t>
            </a:r>
            <a:r>
              <a:rPr lang="ko-KR" altLang="en-US" sz="1200" dirty="0"/>
              <a:t> </a:t>
            </a:r>
            <a:r>
              <a:rPr lang="ko-KR" altLang="en-US" sz="1200" dirty="0" err="1"/>
              <a:t>Loss</a:t>
            </a:r>
            <a:r>
              <a:rPr lang="ko-KR" altLang="en-US" sz="1200" dirty="0"/>
              <a:t>: 0.4474 | </a:t>
            </a:r>
            <a:r>
              <a:rPr lang="ko-KR" altLang="en-US" sz="1200" dirty="0" err="1"/>
              <a:t>Val</a:t>
            </a:r>
            <a:r>
              <a:rPr lang="ko-KR" altLang="en-US" sz="1200" dirty="0"/>
              <a:t> </a:t>
            </a:r>
            <a:r>
              <a:rPr lang="ko-KR" altLang="en-US" sz="1200" dirty="0" err="1"/>
              <a:t>Loss</a:t>
            </a:r>
            <a:r>
              <a:rPr lang="ko-KR" altLang="en-US" sz="1200" dirty="0"/>
              <a:t>: 0.4062 | </a:t>
            </a:r>
            <a:r>
              <a:rPr lang="ko-KR" altLang="en-US" sz="1200" dirty="0" err="1"/>
              <a:t>Val</a:t>
            </a:r>
            <a:r>
              <a:rPr lang="ko-KR" altLang="en-US" sz="1200" dirty="0"/>
              <a:t> F1(</a:t>
            </a:r>
            <a:r>
              <a:rPr lang="ko-KR" altLang="en-US" sz="1200" dirty="0" err="1"/>
              <a:t>best-thr</a:t>
            </a:r>
            <a:r>
              <a:rPr lang="ko-KR" altLang="en-US" sz="1200" dirty="0"/>
              <a:t>): 0.6443 | </a:t>
            </a:r>
            <a:r>
              <a:rPr lang="ko-KR" altLang="en-US" sz="1200" dirty="0" err="1"/>
              <a:t>Thr</a:t>
            </a:r>
            <a:r>
              <a:rPr lang="ko-KR" altLang="en-US" sz="1200" dirty="0"/>
              <a:t>: 0.90</a:t>
            </a:r>
          </a:p>
          <a:p>
            <a:r>
              <a:rPr lang="ko-KR" altLang="en-US" sz="1200" dirty="0" err="1"/>
              <a:t>Epoch</a:t>
            </a:r>
            <a:r>
              <a:rPr lang="ko-KR" altLang="en-US" sz="1200" dirty="0"/>
              <a:t> [35/50] | </a:t>
            </a:r>
            <a:r>
              <a:rPr lang="ko-KR" altLang="en-US" sz="1200" dirty="0" err="1"/>
              <a:t>Train</a:t>
            </a:r>
            <a:r>
              <a:rPr lang="ko-KR" altLang="en-US" sz="1200" dirty="0"/>
              <a:t> </a:t>
            </a:r>
            <a:r>
              <a:rPr lang="ko-KR" altLang="en-US" sz="1200" dirty="0" err="1"/>
              <a:t>Loss</a:t>
            </a:r>
            <a:r>
              <a:rPr lang="ko-KR" altLang="en-US" sz="1200" dirty="0"/>
              <a:t>: 0.4265 | </a:t>
            </a:r>
            <a:r>
              <a:rPr lang="ko-KR" altLang="en-US" sz="1200" dirty="0" err="1"/>
              <a:t>Val</a:t>
            </a:r>
            <a:r>
              <a:rPr lang="ko-KR" altLang="en-US" sz="1200" dirty="0"/>
              <a:t> </a:t>
            </a:r>
            <a:r>
              <a:rPr lang="ko-KR" altLang="en-US" sz="1200" dirty="0" err="1"/>
              <a:t>Loss</a:t>
            </a:r>
            <a:r>
              <a:rPr lang="ko-KR" altLang="en-US" sz="1200" dirty="0"/>
              <a:t>: 0.4054 | </a:t>
            </a:r>
            <a:r>
              <a:rPr lang="ko-KR" altLang="en-US" sz="1200" dirty="0" err="1"/>
              <a:t>Val</a:t>
            </a:r>
            <a:r>
              <a:rPr lang="ko-KR" altLang="en-US" sz="1200" dirty="0"/>
              <a:t> F1(</a:t>
            </a:r>
            <a:r>
              <a:rPr lang="ko-KR" altLang="en-US" sz="1200" dirty="0" err="1"/>
              <a:t>best-thr</a:t>
            </a:r>
            <a:r>
              <a:rPr lang="ko-KR" altLang="en-US" sz="1200" dirty="0"/>
              <a:t>): 0.6619 | </a:t>
            </a:r>
            <a:r>
              <a:rPr lang="ko-KR" altLang="en-US" sz="1200" dirty="0" err="1"/>
              <a:t>Thr</a:t>
            </a:r>
            <a:r>
              <a:rPr lang="ko-KR" altLang="en-US" sz="1200" dirty="0"/>
              <a:t>: 0.90</a:t>
            </a:r>
          </a:p>
          <a:p>
            <a:r>
              <a:rPr lang="ko-KR" altLang="en-US" sz="1200" dirty="0" err="1"/>
              <a:t>Epoch</a:t>
            </a:r>
            <a:r>
              <a:rPr lang="ko-KR" altLang="en-US" sz="1200" dirty="0"/>
              <a:t> [40/50] | </a:t>
            </a:r>
            <a:r>
              <a:rPr lang="ko-KR" altLang="en-US" sz="1200" dirty="0" err="1"/>
              <a:t>Train</a:t>
            </a:r>
            <a:r>
              <a:rPr lang="ko-KR" altLang="en-US" sz="1200" dirty="0"/>
              <a:t> </a:t>
            </a:r>
            <a:r>
              <a:rPr lang="ko-KR" altLang="en-US" sz="1200" dirty="0" err="1"/>
              <a:t>Loss</a:t>
            </a:r>
            <a:r>
              <a:rPr lang="ko-KR" altLang="en-US" sz="1200" dirty="0"/>
              <a:t>: 0.4474 | </a:t>
            </a:r>
            <a:r>
              <a:rPr lang="ko-KR" altLang="en-US" sz="1200" dirty="0" err="1"/>
              <a:t>Val</a:t>
            </a:r>
            <a:r>
              <a:rPr lang="ko-KR" altLang="en-US" sz="1200" dirty="0"/>
              <a:t> </a:t>
            </a:r>
            <a:r>
              <a:rPr lang="ko-KR" altLang="en-US" sz="1200" dirty="0" err="1"/>
              <a:t>Loss</a:t>
            </a:r>
            <a:r>
              <a:rPr lang="ko-KR" altLang="en-US" sz="1200" dirty="0"/>
              <a:t>: 0.4052 | </a:t>
            </a:r>
            <a:r>
              <a:rPr lang="ko-KR" altLang="en-US" sz="1200" dirty="0" err="1"/>
              <a:t>Val</a:t>
            </a:r>
            <a:r>
              <a:rPr lang="ko-KR" altLang="en-US" sz="1200" dirty="0"/>
              <a:t> F1(</a:t>
            </a:r>
            <a:r>
              <a:rPr lang="ko-KR" altLang="en-US" sz="1200" dirty="0" err="1"/>
              <a:t>best-thr</a:t>
            </a:r>
            <a:r>
              <a:rPr lang="ko-KR" altLang="en-US" sz="1200" dirty="0"/>
              <a:t>): 0.6531 | </a:t>
            </a:r>
            <a:r>
              <a:rPr lang="ko-KR" altLang="en-US" sz="1200" dirty="0" err="1"/>
              <a:t>Thr</a:t>
            </a:r>
            <a:r>
              <a:rPr lang="ko-KR" altLang="en-US" sz="1200" dirty="0"/>
              <a:t>: 0.90</a:t>
            </a:r>
          </a:p>
          <a:p>
            <a:r>
              <a:rPr lang="ko-KR" altLang="en-US" sz="1200" dirty="0" err="1"/>
              <a:t>Epoch</a:t>
            </a:r>
            <a:r>
              <a:rPr lang="ko-KR" altLang="en-US" sz="1200" dirty="0"/>
              <a:t> [45/50] | </a:t>
            </a:r>
            <a:r>
              <a:rPr lang="ko-KR" altLang="en-US" sz="1200" dirty="0" err="1"/>
              <a:t>Train</a:t>
            </a:r>
            <a:r>
              <a:rPr lang="ko-KR" altLang="en-US" sz="1200" dirty="0"/>
              <a:t> </a:t>
            </a:r>
            <a:r>
              <a:rPr lang="ko-KR" altLang="en-US" sz="1200" dirty="0" err="1"/>
              <a:t>Loss</a:t>
            </a:r>
            <a:r>
              <a:rPr lang="ko-KR" altLang="en-US" sz="1200" dirty="0"/>
              <a:t>: 0.4221 | </a:t>
            </a:r>
            <a:r>
              <a:rPr lang="ko-KR" altLang="en-US" sz="1200" dirty="0" err="1"/>
              <a:t>Val</a:t>
            </a:r>
            <a:r>
              <a:rPr lang="ko-KR" altLang="en-US" sz="1200" dirty="0"/>
              <a:t> </a:t>
            </a:r>
            <a:r>
              <a:rPr lang="ko-KR" altLang="en-US" sz="1200" dirty="0" err="1"/>
              <a:t>Loss</a:t>
            </a:r>
            <a:r>
              <a:rPr lang="ko-KR" altLang="en-US" sz="1200" dirty="0"/>
              <a:t>: 0.4026 | </a:t>
            </a:r>
            <a:r>
              <a:rPr lang="ko-KR" altLang="en-US" sz="1200" dirty="0" err="1"/>
              <a:t>Val</a:t>
            </a:r>
            <a:r>
              <a:rPr lang="ko-KR" altLang="en-US" sz="1200" dirty="0"/>
              <a:t> F1(</a:t>
            </a:r>
            <a:r>
              <a:rPr lang="ko-KR" altLang="en-US" sz="1200" dirty="0" err="1"/>
              <a:t>best-thr</a:t>
            </a:r>
            <a:r>
              <a:rPr lang="ko-KR" altLang="en-US" sz="1200" dirty="0"/>
              <a:t>): 0.6483 | </a:t>
            </a:r>
            <a:r>
              <a:rPr lang="ko-KR" altLang="en-US" sz="1200" dirty="0" err="1"/>
              <a:t>Thr</a:t>
            </a:r>
            <a:r>
              <a:rPr lang="ko-KR" altLang="en-US" sz="1200" dirty="0"/>
              <a:t>: 0.90</a:t>
            </a:r>
          </a:p>
          <a:p>
            <a:r>
              <a:rPr lang="ko-KR" altLang="en-US" sz="1200" dirty="0" err="1"/>
              <a:t>Epoch</a:t>
            </a:r>
            <a:r>
              <a:rPr lang="ko-KR" altLang="en-US" sz="1200" dirty="0"/>
              <a:t> [50/50] | </a:t>
            </a:r>
            <a:r>
              <a:rPr lang="ko-KR" altLang="en-US" sz="1200" dirty="0" err="1"/>
              <a:t>Train</a:t>
            </a:r>
            <a:r>
              <a:rPr lang="ko-KR" altLang="en-US" sz="1200" dirty="0"/>
              <a:t> </a:t>
            </a:r>
            <a:r>
              <a:rPr lang="ko-KR" altLang="en-US" sz="1200" dirty="0" err="1"/>
              <a:t>Loss</a:t>
            </a:r>
            <a:r>
              <a:rPr lang="ko-KR" altLang="en-US" sz="1200" dirty="0"/>
              <a:t>: 0.4446 | </a:t>
            </a:r>
            <a:r>
              <a:rPr lang="ko-KR" altLang="en-US" sz="1200" dirty="0" err="1"/>
              <a:t>Val</a:t>
            </a:r>
            <a:r>
              <a:rPr lang="ko-KR" altLang="en-US" sz="1200" dirty="0"/>
              <a:t> </a:t>
            </a:r>
            <a:r>
              <a:rPr lang="ko-KR" altLang="en-US" sz="1200" dirty="0" err="1"/>
              <a:t>Loss</a:t>
            </a:r>
            <a:r>
              <a:rPr lang="ko-KR" altLang="en-US" sz="1200" dirty="0"/>
              <a:t>: 0.4062 | </a:t>
            </a:r>
            <a:r>
              <a:rPr lang="ko-KR" altLang="en-US" sz="1200" dirty="0" err="1"/>
              <a:t>Val</a:t>
            </a:r>
            <a:r>
              <a:rPr lang="ko-KR" altLang="en-US" sz="1200" dirty="0"/>
              <a:t> F1(</a:t>
            </a:r>
            <a:r>
              <a:rPr lang="ko-KR" altLang="en-US" sz="1200" dirty="0" err="1"/>
              <a:t>best-thr</a:t>
            </a:r>
            <a:r>
              <a:rPr lang="ko-KR" altLang="en-US" sz="1200" dirty="0"/>
              <a:t>): 0.6536 | </a:t>
            </a:r>
            <a:r>
              <a:rPr lang="ko-KR" altLang="en-US" sz="1200" dirty="0" err="1"/>
              <a:t>Thr</a:t>
            </a:r>
            <a:r>
              <a:rPr lang="ko-KR" altLang="en-US" sz="1200" dirty="0"/>
              <a:t>: 0.88</a:t>
            </a:r>
          </a:p>
          <a:p>
            <a:r>
              <a:rPr lang="ko-KR" altLang="en-US" sz="1200" dirty="0"/>
              <a:t>최적 </a:t>
            </a:r>
            <a:r>
              <a:rPr lang="ko-KR" altLang="en-US" sz="1200" dirty="0" err="1"/>
              <a:t>Validation</a:t>
            </a:r>
            <a:r>
              <a:rPr lang="ko-KR" altLang="en-US" sz="1200" dirty="0"/>
              <a:t> F1: 0.6667, 최적 </a:t>
            </a:r>
            <a:r>
              <a:rPr lang="ko-KR" altLang="en-US" sz="1200" dirty="0" err="1"/>
              <a:t>임계값</a:t>
            </a:r>
            <a:r>
              <a:rPr lang="ko-KR" altLang="en-US" sz="1200" dirty="0"/>
              <a:t>: 0.89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8017EFAE-6CEE-E88C-2028-5DAF6CF4E65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298" t="-520" r="298" b="11502"/>
          <a:stretch>
            <a:fillRect/>
          </a:stretch>
        </p:blipFill>
        <p:spPr>
          <a:xfrm>
            <a:off x="934571" y="4258236"/>
            <a:ext cx="2547153" cy="2599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00049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9EB7BC-F0AE-975D-351C-AEEF08DB0F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최종 선정 모델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49F3BB8-6BB8-489C-1F5D-65A6D51A9E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9923" y="828012"/>
            <a:ext cx="11330247" cy="5345084"/>
          </a:xfrm>
        </p:spPr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A68870F-49DE-0D7B-9C4C-6072493E31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494" y="915838"/>
            <a:ext cx="8633012" cy="27211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44FE82A-3873-8559-63A2-FB3686562318}"/>
              </a:ext>
            </a:extLst>
          </p:cNvPr>
          <p:cNvSpPr txBox="1"/>
          <p:nvPr/>
        </p:nvSpPr>
        <p:spPr>
          <a:xfrm>
            <a:off x="555811" y="3732563"/>
            <a:ext cx="8041341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 err="1"/>
              <a:t>Epoch</a:t>
            </a:r>
            <a:r>
              <a:rPr lang="ko-KR" altLang="en-US" sz="1200" dirty="0"/>
              <a:t> [ 1/50] | </a:t>
            </a:r>
            <a:r>
              <a:rPr lang="ko-KR" altLang="en-US" sz="1200" dirty="0" err="1"/>
              <a:t>Train</a:t>
            </a:r>
            <a:r>
              <a:rPr lang="ko-KR" altLang="en-US" sz="1200" dirty="0"/>
              <a:t> </a:t>
            </a:r>
            <a:r>
              <a:rPr lang="ko-KR" altLang="en-US" sz="1200" dirty="0" err="1"/>
              <a:t>Loss</a:t>
            </a:r>
            <a:r>
              <a:rPr lang="ko-KR" altLang="en-US" sz="1200" dirty="0"/>
              <a:t>: 0.9778 | </a:t>
            </a:r>
            <a:r>
              <a:rPr lang="ko-KR" altLang="en-US" sz="1200" dirty="0" err="1"/>
              <a:t>Val</a:t>
            </a:r>
            <a:r>
              <a:rPr lang="ko-KR" altLang="en-US" sz="1200" dirty="0"/>
              <a:t> </a:t>
            </a:r>
            <a:r>
              <a:rPr lang="ko-KR" altLang="en-US" sz="1200" dirty="0" err="1"/>
              <a:t>Loss</a:t>
            </a:r>
            <a:r>
              <a:rPr lang="ko-KR" altLang="en-US" sz="1200" dirty="0"/>
              <a:t>: 0.7250 | </a:t>
            </a:r>
            <a:r>
              <a:rPr lang="ko-KR" altLang="en-US" sz="1200" dirty="0" err="1"/>
              <a:t>Val</a:t>
            </a:r>
            <a:r>
              <a:rPr lang="ko-KR" altLang="en-US" sz="1200" dirty="0"/>
              <a:t> F1(</a:t>
            </a:r>
            <a:r>
              <a:rPr lang="ko-KR" altLang="en-US" sz="1200" dirty="0" err="1"/>
              <a:t>best-thr</a:t>
            </a:r>
            <a:r>
              <a:rPr lang="ko-KR" altLang="en-US" sz="1200" dirty="0"/>
              <a:t>): 0.6341 | </a:t>
            </a:r>
            <a:r>
              <a:rPr lang="ko-KR" altLang="en-US" sz="1200" dirty="0" err="1"/>
              <a:t>Thr</a:t>
            </a:r>
            <a:r>
              <a:rPr lang="ko-KR" altLang="en-US" sz="1200" dirty="0"/>
              <a:t>: 0.90</a:t>
            </a:r>
          </a:p>
          <a:p>
            <a:r>
              <a:rPr lang="ko-KR" altLang="en-US" sz="1200" dirty="0" err="1"/>
              <a:t>Epoch</a:t>
            </a:r>
            <a:r>
              <a:rPr lang="ko-KR" altLang="en-US" sz="1200" dirty="0"/>
              <a:t> [ 5/50] | </a:t>
            </a:r>
            <a:r>
              <a:rPr lang="ko-KR" altLang="en-US" sz="1200" dirty="0" err="1"/>
              <a:t>Train</a:t>
            </a:r>
            <a:r>
              <a:rPr lang="ko-KR" altLang="en-US" sz="1200" dirty="0"/>
              <a:t> </a:t>
            </a:r>
            <a:r>
              <a:rPr lang="ko-KR" altLang="en-US" sz="1200" dirty="0" err="1"/>
              <a:t>Loss</a:t>
            </a:r>
            <a:r>
              <a:rPr lang="ko-KR" altLang="en-US" sz="1200" dirty="0"/>
              <a:t>: 0.5235 | </a:t>
            </a:r>
            <a:r>
              <a:rPr lang="ko-KR" altLang="en-US" sz="1200" dirty="0" err="1"/>
              <a:t>Val</a:t>
            </a:r>
            <a:r>
              <a:rPr lang="ko-KR" altLang="en-US" sz="1200" dirty="0"/>
              <a:t> </a:t>
            </a:r>
            <a:r>
              <a:rPr lang="ko-KR" altLang="en-US" sz="1200" dirty="0" err="1"/>
              <a:t>Loss</a:t>
            </a:r>
            <a:r>
              <a:rPr lang="ko-KR" altLang="en-US" sz="1200" dirty="0"/>
              <a:t>: 0.4494 | </a:t>
            </a:r>
            <a:r>
              <a:rPr lang="ko-KR" altLang="en-US" sz="1200" dirty="0" err="1"/>
              <a:t>Val</a:t>
            </a:r>
            <a:r>
              <a:rPr lang="ko-KR" altLang="en-US" sz="1200" dirty="0"/>
              <a:t> F1(</a:t>
            </a:r>
            <a:r>
              <a:rPr lang="ko-KR" altLang="en-US" sz="1200" dirty="0" err="1"/>
              <a:t>best-thr</a:t>
            </a:r>
            <a:r>
              <a:rPr lang="ko-KR" altLang="en-US" sz="1200" dirty="0"/>
              <a:t>): 0.7179 | </a:t>
            </a:r>
            <a:r>
              <a:rPr lang="ko-KR" altLang="en-US" sz="1200" dirty="0" err="1"/>
              <a:t>Thr</a:t>
            </a:r>
            <a:r>
              <a:rPr lang="ko-KR" altLang="en-US" sz="1200" dirty="0"/>
              <a:t>: 0.90</a:t>
            </a:r>
          </a:p>
          <a:p>
            <a:r>
              <a:rPr lang="ko-KR" altLang="en-US" sz="1200" dirty="0" err="1"/>
              <a:t>Epoch</a:t>
            </a:r>
            <a:r>
              <a:rPr lang="ko-KR" altLang="en-US" sz="1200" dirty="0"/>
              <a:t> [10/50] | </a:t>
            </a:r>
            <a:r>
              <a:rPr lang="ko-KR" altLang="en-US" sz="1200" dirty="0" err="1"/>
              <a:t>Train</a:t>
            </a:r>
            <a:r>
              <a:rPr lang="ko-KR" altLang="en-US" sz="1200" dirty="0"/>
              <a:t> </a:t>
            </a:r>
            <a:r>
              <a:rPr lang="ko-KR" altLang="en-US" sz="1200" dirty="0" err="1"/>
              <a:t>Loss</a:t>
            </a:r>
            <a:r>
              <a:rPr lang="ko-KR" altLang="en-US" sz="1200" dirty="0"/>
              <a:t>: 0.4700 | </a:t>
            </a:r>
            <a:r>
              <a:rPr lang="ko-KR" altLang="en-US" sz="1200" dirty="0" err="1"/>
              <a:t>Val</a:t>
            </a:r>
            <a:r>
              <a:rPr lang="ko-KR" altLang="en-US" sz="1200" dirty="0"/>
              <a:t> </a:t>
            </a:r>
            <a:r>
              <a:rPr lang="ko-KR" altLang="en-US" sz="1200" dirty="0" err="1"/>
              <a:t>Loss</a:t>
            </a:r>
            <a:r>
              <a:rPr lang="ko-KR" altLang="en-US" sz="1200" dirty="0"/>
              <a:t>: 0.4080 | </a:t>
            </a:r>
            <a:r>
              <a:rPr lang="ko-KR" altLang="en-US" sz="1200" dirty="0" err="1"/>
              <a:t>Val</a:t>
            </a:r>
            <a:r>
              <a:rPr lang="ko-KR" altLang="en-US" sz="1200" dirty="0"/>
              <a:t> F1(</a:t>
            </a:r>
            <a:r>
              <a:rPr lang="ko-KR" altLang="en-US" sz="1200" dirty="0" err="1"/>
              <a:t>best-thr</a:t>
            </a:r>
            <a:r>
              <a:rPr lang="ko-KR" altLang="en-US" sz="1200" dirty="0"/>
              <a:t>): 0.6777 | </a:t>
            </a:r>
            <a:r>
              <a:rPr lang="ko-KR" altLang="en-US" sz="1200" dirty="0" err="1"/>
              <a:t>Thr</a:t>
            </a:r>
            <a:r>
              <a:rPr lang="ko-KR" altLang="en-US" sz="1200" dirty="0"/>
              <a:t>: 0.90</a:t>
            </a:r>
          </a:p>
          <a:p>
            <a:r>
              <a:rPr lang="ko-KR" altLang="en-US" sz="1200" dirty="0" err="1"/>
              <a:t>Epoch</a:t>
            </a:r>
            <a:r>
              <a:rPr lang="ko-KR" altLang="en-US" sz="1200" dirty="0"/>
              <a:t> [15/50] | </a:t>
            </a:r>
            <a:r>
              <a:rPr lang="ko-KR" altLang="en-US" sz="1200" dirty="0" err="1"/>
              <a:t>Train</a:t>
            </a:r>
            <a:r>
              <a:rPr lang="ko-KR" altLang="en-US" sz="1200" dirty="0"/>
              <a:t> </a:t>
            </a:r>
            <a:r>
              <a:rPr lang="ko-KR" altLang="en-US" sz="1200" dirty="0" err="1"/>
              <a:t>Loss</a:t>
            </a:r>
            <a:r>
              <a:rPr lang="ko-KR" altLang="en-US" sz="1200" dirty="0"/>
              <a:t>: 0.4253 | </a:t>
            </a:r>
            <a:r>
              <a:rPr lang="ko-KR" altLang="en-US" sz="1200" dirty="0" err="1"/>
              <a:t>Val</a:t>
            </a:r>
            <a:r>
              <a:rPr lang="ko-KR" altLang="en-US" sz="1200" dirty="0"/>
              <a:t> </a:t>
            </a:r>
            <a:r>
              <a:rPr lang="ko-KR" altLang="en-US" sz="1200" dirty="0" err="1"/>
              <a:t>Loss</a:t>
            </a:r>
            <a:r>
              <a:rPr lang="ko-KR" altLang="en-US" sz="1200" dirty="0"/>
              <a:t>: 0.4322 | </a:t>
            </a:r>
            <a:r>
              <a:rPr lang="ko-KR" altLang="en-US" sz="1200" dirty="0" err="1"/>
              <a:t>Val</a:t>
            </a:r>
            <a:r>
              <a:rPr lang="ko-KR" altLang="en-US" sz="1200" dirty="0"/>
              <a:t> F1(</a:t>
            </a:r>
            <a:r>
              <a:rPr lang="ko-KR" altLang="en-US" sz="1200" dirty="0" err="1"/>
              <a:t>best-thr</a:t>
            </a:r>
            <a:r>
              <a:rPr lang="ko-KR" altLang="en-US" sz="1200" dirty="0"/>
              <a:t>): 0.7000 | </a:t>
            </a:r>
            <a:r>
              <a:rPr lang="ko-KR" altLang="en-US" sz="1200" dirty="0" err="1"/>
              <a:t>Thr</a:t>
            </a:r>
            <a:r>
              <a:rPr lang="ko-KR" altLang="en-US" sz="1200" dirty="0"/>
              <a:t>: 0.90</a:t>
            </a:r>
          </a:p>
          <a:p>
            <a:r>
              <a:rPr lang="ko-KR" altLang="en-US" sz="1200" dirty="0" err="1"/>
              <a:t>Epoch</a:t>
            </a:r>
            <a:r>
              <a:rPr lang="ko-KR" altLang="en-US" sz="1200" dirty="0"/>
              <a:t> [20/50] | </a:t>
            </a:r>
            <a:r>
              <a:rPr lang="ko-KR" altLang="en-US" sz="1200" dirty="0" err="1"/>
              <a:t>Train</a:t>
            </a:r>
            <a:r>
              <a:rPr lang="ko-KR" altLang="en-US" sz="1200" dirty="0"/>
              <a:t> </a:t>
            </a:r>
            <a:r>
              <a:rPr lang="ko-KR" altLang="en-US" sz="1200" dirty="0" err="1"/>
              <a:t>Loss</a:t>
            </a:r>
            <a:r>
              <a:rPr lang="ko-KR" altLang="en-US" sz="1200" dirty="0"/>
              <a:t>: 0.3726 | </a:t>
            </a:r>
            <a:r>
              <a:rPr lang="ko-KR" altLang="en-US" sz="1200" dirty="0" err="1"/>
              <a:t>Val</a:t>
            </a:r>
            <a:r>
              <a:rPr lang="ko-KR" altLang="en-US" sz="1200" dirty="0"/>
              <a:t> </a:t>
            </a:r>
            <a:r>
              <a:rPr lang="ko-KR" altLang="en-US" sz="1200" dirty="0" err="1"/>
              <a:t>Loss</a:t>
            </a:r>
            <a:r>
              <a:rPr lang="ko-KR" altLang="en-US" sz="1200" dirty="0"/>
              <a:t>: 0.4275 | </a:t>
            </a:r>
            <a:r>
              <a:rPr lang="ko-KR" altLang="en-US" sz="1200" dirty="0" err="1"/>
              <a:t>Val</a:t>
            </a:r>
            <a:r>
              <a:rPr lang="ko-KR" altLang="en-US" sz="1200" dirty="0"/>
              <a:t> F1(</a:t>
            </a:r>
            <a:r>
              <a:rPr lang="ko-KR" altLang="en-US" sz="1200" dirty="0" err="1"/>
              <a:t>best-thr</a:t>
            </a:r>
            <a:r>
              <a:rPr lang="ko-KR" altLang="en-US" sz="1200" dirty="0"/>
              <a:t>): 0.7257 | </a:t>
            </a:r>
            <a:r>
              <a:rPr lang="ko-KR" altLang="en-US" sz="1200" dirty="0" err="1"/>
              <a:t>Thr</a:t>
            </a:r>
            <a:r>
              <a:rPr lang="ko-KR" altLang="en-US" sz="1200" dirty="0"/>
              <a:t>: 0.90</a:t>
            </a:r>
          </a:p>
          <a:p>
            <a:r>
              <a:rPr lang="ko-KR" altLang="en-US" sz="1200" dirty="0"/>
              <a:t>조기 종료: 24 </a:t>
            </a:r>
            <a:r>
              <a:rPr lang="ko-KR" altLang="en-US" sz="1200" dirty="0" err="1"/>
              <a:t>에폭에서</a:t>
            </a:r>
            <a:r>
              <a:rPr lang="ko-KR" altLang="en-US" sz="1200" dirty="0"/>
              <a:t> 검증 손실 개선이 멈췄습니다.</a:t>
            </a:r>
          </a:p>
          <a:p>
            <a:r>
              <a:rPr lang="ko-KR" altLang="en-US" sz="1200" dirty="0"/>
              <a:t>최적 </a:t>
            </a:r>
            <a:r>
              <a:rPr lang="ko-KR" altLang="en-US" sz="1200" dirty="0" err="1"/>
              <a:t>Validation</a:t>
            </a:r>
            <a:r>
              <a:rPr lang="ko-KR" altLang="en-US" sz="1200" dirty="0"/>
              <a:t> F1: 0.8081, 최적 </a:t>
            </a:r>
            <a:r>
              <a:rPr lang="ko-KR" altLang="en-US" sz="1200" dirty="0" err="1"/>
              <a:t>임계값</a:t>
            </a:r>
            <a:r>
              <a:rPr lang="ko-KR" altLang="en-US" sz="1200" dirty="0"/>
              <a:t>: 0.90</a:t>
            </a:r>
          </a:p>
          <a:p>
            <a:r>
              <a:rPr lang="ko-KR" altLang="en-US" sz="1200" dirty="0"/>
              <a:t>학습 완료! (</a:t>
            </a:r>
            <a:r>
              <a:rPr lang="ko-KR" altLang="en-US" sz="1200" dirty="0" err="1"/>
              <a:t>TensorBoard</a:t>
            </a:r>
            <a:r>
              <a:rPr lang="ko-KR" altLang="en-US" sz="1200" dirty="0"/>
              <a:t> 기록은 비활성화됨)</a:t>
            </a:r>
          </a:p>
          <a:p>
            <a:endParaRPr lang="ko-KR" altLang="en-US" sz="1200" dirty="0"/>
          </a:p>
          <a:p>
            <a:r>
              <a:rPr lang="ko-KR" altLang="en-US" sz="1200" dirty="0"/>
              <a:t>[최종 테스트 데이터셋 평가 결과]</a:t>
            </a:r>
          </a:p>
          <a:p>
            <a:r>
              <a:rPr lang="ko-KR" altLang="en-US" sz="1200" dirty="0" err="1"/>
              <a:t>Accuracy</a:t>
            </a:r>
            <a:r>
              <a:rPr lang="ko-KR" altLang="en-US" sz="1200" dirty="0"/>
              <a:t> (정확도):  0.9805</a:t>
            </a:r>
          </a:p>
          <a:p>
            <a:r>
              <a:rPr lang="ko-KR" altLang="en-US" sz="1200" dirty="0"/>
              <a:t>Precision (정밀도): 0.7231</a:t>
            </a:r>
          </a:p>
          <a:p>
            <a:r>
              <a:rPr lang="ko-KR" altLang="en-US" sz="1200" dirty="0" err="1"/>
              <a:t>Recall</a:t>
            </a:r>
            <a:r>
              <a:rPr lang="ko-KR" altLang="en-US" sz="1200" dirty="0"/>
              <a:t> (</a:t>
            </a:r>
            <a:r>
              <a:rPr lang="ko-KR" altLang="en-US" sz="1200" dirty="0" err="1"/>
              <a:t>재현율</a:t>
            </a:r>
            <a:r>
              <a:rPr lang="ko-KR" altLang="en-US" sz="1200" dirty="0"/>
              <a:t>):    0.6912</a:t>
            </a:r>
          </a:p>
          <a:p>
            <a:r>
              <a:rPr lang="ko-KR" altLang="en-US" sz="1200" dirty="0"/>
              <a:t>F1-Score:           0.7068</a:t>
            </a:r>
          </a:p>
          <a:p>
            <a:r>
              <a:rPr lang="ko-KR" altLang="en-US" sz="1200" dirty="0"/>
              <a:t>ROC-AUC:            0.9776</a:t>
            </a:r>
          </a:p>
        </p:txBody>
      </p:sp>
    </p:spTree>
    <p:extLst>
      <p:ext uri="{BB962C8B-B14F-4D97-AF65-F5344CB8AC3E}">
        <p14:creationId xmlns:p14="http://schemas.microsoft.com/office/powerpoint/2010/main" val="42388120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6572</TotalTime>
  <Words>668</Words>
  <Application>Microsoft Office PowerPoint</Application>
  <PresentationFormat>와이드스크린</PresentationFormat>
  <Paragraphs>57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8" baseType="lpstr">
      <vt:lpstr>맑은 고딕</vt:lpstr>
      <vt:lpstr>Arial</vt:lpstr>
      <vt:lpstr>Wingdings</vt:lpstr>
      <vt:lpstr>Office 테마</vt:lpstr>
      <vt:lpstr>평가지표 불균형 원인</vt:lpstr>
      <vt:lpstr>성능 향상을 위해 도입한 기술 및 적용 이유</vt:lpstr>
      <vt:lpstr>성능 향상을 위해 도입한 기술 및 적용 이유</vt:lpstr>
      <vt:lpstr>최종 선정 모델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컴비전 프로젝트 – 신호등 분류 프로그램</dc:title>
  <dc:creator>김영규</dc:creator>
  <cp:lastModifiedBy>ㅎㅇ ㅇ</cp:lastModifiedBy>
  <cp:revision>179</cp:revision>
  <cp:lastPrinted>2023-11-08T08:19:10Z</cp:lastPrinted>
  <dcterms:created xsi:type="dcterms:W3CDTF">2019-10-14T00:15:00Z</dcterms:created>
  <dcterms:modified xsi:type="dcterms:W3CDTF">2026-04-13T11:51:45Z</dcterms:modified>
</cp:coreProperties>
</file>