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Noto Sans KR" panose="020B0200000000000000" pitchFamily="50" charset="-127"/>
      <p:regular r:id="rId10"/>
      <p:bold r:id="rId11"/>
    </p:embeddedFont>
    <p:embeddedFont>
      <p:font typeface="Poppins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155"/>
    <a:srgbClr val="DCDC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0C099-BB18-4A0D-8574-3099F59465A4}" v="11" dt="2026-03-17T11:46:16.945"/>
  </p1510:revLst>
</p1510:revInfo>
</file>

<file path=ppt/tableStyles.xml><?xml version="1.0" encoding="utf-8"?>
<a:tblStyleLst xmlns:a="http://schemas.openxmlformats.org/drawingml/2006/main" def="{1EC51E4A-C459-42AD-8C52-D72E783A60BF}">
  <a:tblStyle styleId="{1EC51E4A-C459-42AD-8C52-D72E783A60B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한울" userId="6b68113f-130c-4b5b-be79-d122776f77ec" providerId="ADAL" clId="{44A545ED-71DC-4521-9A3F-1E5E487DB1F8}"/>
    <pc:docChg chg="undo redo custSel delSld modSld">
      <pc:chgData name="이한울" userId="6b68113f-130c-4b5b-be79-d122776f77ec" providerId="ADAL" clId="{44A545ED-71DC-4521-9A3F-1E5E487DB1F8}" dt="2026-03-17T11:58:52.852" v="388" actId="14100"/>
      <pc:docMkLst>
        <pc:docMk/>
      </pc:docMkLst>
      <pc:sldChg chg="delSp modSp mod">
        <pc:chgData name="이한울" userId="6b68113f-130c-4b5b-be79-d122776f77ec" providerId="ADAL" clId="{44A545ED-71DC-4521-9A3F-1E5E487DB1F8}" dt="2026-03-17T11:56:24.816" v="342" actId="20577"/>
        <pc:sldMkLst>
          <pc:docMk/>
          <pc:sldMk cId="0" sldId="256"/>
        </pc:sldMkLst>
        <pc:spChg chg="mod">
          <ac:chgData name="이한울" userId="6b68113f-130c-4b5b-be79-d122776f77ec" providerId="ADAL" clId="{44A545ED-71DC-4521-9A3F-1E5E487DB1F8}" dt="2026-03-17T11:56:24.816" v="342" actId="20577"/>
          <ac:spMkLst>
            <pc:docMk/>
            <pc:sldMk cId="0" sldId="256"/>
            <ac:spMk id="86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27:06.832" v="28" actId="14100"/>
          <ac:spMkLst>
            <pc:docMk/>
            <pc:sldMk cId="0" sldId="256"/>
            <ac:spMk id="87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27:04.810" v="27" actId="20577"/>
          <ac:spMkLst>
            <pc:docMk/>
            <pc:sldMk cId="0" sldId="256"/>
            <ac:spMk id="88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6:53.579" v="2" actId="478"/>
          <ac:spMkLst>
            <pc:docMk/>
            <pc:sldMk cId="0" sldId="256"/>
            <ac:spMk id="89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6:49.378" v="1" actId="478"/>
          <ac:spMkLst>
            <pc:docMk/>
            <pc:sldMk cId="0" sldId="256"/>
            <ac:spMk id="90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6:46.875" v="0" actId="478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이한울" userId="6b68113f-130c-4b5b-be79-d122776f77ec" providerId="ADAL" clId="{44A545ED-71DC-4521-9A3F-1E5E487DB1F8}" dt="2026-03-17T11:56:58.229" v="353" actId="1035"/>
        <pc:sldMkLst>
          <pc:docMk/>
          <pc:sldMk cId="0" sldId="257"/>
        </pc:sldMkLst>
        <pc:picChg chg="mod">
          <ac:chgData name="이한울" userId="6b68113f-130c-4b5b-be79-d122776f77ec" providerId="ADAL" clId="{44A545ED-71DC-4521-9A3F-1E5E487DB1F8}" dt="2026-03-17T11:56:46.590" v="344" actId="1036"/>
          <ac:picMkLst>
            <pc:docMk/>
            <pc:sldMk cId="0" sldId="257"/>
            <ac:picMk id="109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6:50.687" v="346" actId="1036"/>
          <ac:picMkLst>
            <pc:docMk/>
            <pc:sldMk cId="0" sldId="257"/>
            <ac:picMk id="110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6:53.290" v="348" actId="1036"/>
          <ac:picMkLst>
            <pc:docMk/>
            <pc:sldMk cId="0" sldId="257"/>
            <ac:picMk id="111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6:58.229" v="353" actId="1035"/>
          <ac:picMkLst>
            <pc:docMk/>
            <pc:sldMk cId="0" sldId="257"/>
            <ac:picMk id="112" creationId="{00000000-0000-0000-0000-000000000000}"/>
          </ac:picMkLst>
        </pc:picChg>
      </pc:sldChg>
      <pc:sldChg chg="delSp modSp mod">
        <pc:chgData name="이한울" userId="6b68113f-130c-4b5b-be79-d122776f77ec" providerId="ADAL" clId="{44A545ED-71DC-4521-9A3F-1E5E487DB1F8}" dt="2026-03-17T11:29:27.874" v="54" actId="1076"/>
        <pc:sldMkLst>
          <pc:docMk/>
          <pc:sldMk cId="0" sldId="258"/>
        </pc:sldMkLst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36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38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0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1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4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6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7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48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50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29:22.697" v="53" actId="478"/>
          <ac:spMkLst>
            <pc:docMk/>
            <pc:sldMk cId="0" sldId="258"/>
            <ac:spMk id="151" creationId="{00000000-0000-0000-0000-000000000000}"/>
          </ac:spMkLst>
        </pc:spChg>
        <pc:graphicFrameChg chg="mod modGraphic">
          <ac:chgData name="이한울" userId="6b68113f-130c-4b5b-be79-d122776f77ec" providerId="ADAL" clId="{44A545ED-71DC-4521-9A3F-1E5E487DB1F8}" dt="2026-03-17T11:29:27.874" v="54" actId="1076"/>
          <ac:graphicFrameMkLst>
            <pc:docMk/>
            <pc:sldMk cId="0" sldId="258"/>
            <ac:graphicFrameMk id="117" creationId="{00000000-0000-0000-0000-000000000000}"/>
          </ac:graphicFrameMkLst>
        </pc:graphicFrameChg>
      </pc:sldChg>
      <pc:sldChg chg="addSp delSp modSp mod">
        <pc:chgData name="이한울" userId="6b68113f-130c-4b5b-be79-d122776f77ec" providerId="ADAL" clId="{44A545ED-71DC-4521-9A3F-1E5E487DB1F8}" dt="2026-03-17T11:58:52.852" v="388" actId="14100"/>
        <pc:sldMkLst>
          <pc:docMk/>
          <pc:sldMk cId="0" sldId="259"/>
        </pc:sldMkLst>
        <pc:spChg chg="add del mod">
          <ac:chgData name="이한울" userId="6b68113f-130c-4b5b-be79-d122776f77ec" providerId="ADAL" clId="{44A545ED-71DC-4521-9A3F-1E5E487DB1F8}" dt="2026-03-17T11:32:18.308" v="86"/>
          <ac:spMkLst>
            <pc:docMk/>
            <pc:sldMk cId="0" sldId="259"/>
            <ac:spMk id="4" creationId="{17F4CD6B-A323-E98A-CF7D-4F5061D39EE8}"/>
          </ac:spMkLst>
        </pc:spChg>
        <pc:spChg chg="mod">
          <ac:chgData name="이한울" userId="6b68113f-130c-4b5b-be79-d122776f77ec" providerId="ADAL" clId="{44A545ED-71DC-4521-9A3F-1E5E487DB1F8}" dt="2026-03-17T11:58:46.684" v="386" actId="14100"/>
          <ac:spMkLst>
            <pc:docMk/>
            <pc:sldMk cId="0" sldId="259"/>
            <ac:spMk id="163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50.410" v="387" actId="14100"/>
          <ac:spMkLst>
            <pc:docMk/>
            <pc:sldMk cId="0" sldId="259"/>
            <ac:spMk id="165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52.852" v="388" actId="14100"/>
          <ac:spMkLst>
            <pc:docMk/>
            <pc:sldMk cId="0" sldId="259"/>
            <ac:spMk id="167" creationId="{00000000-0000-0000-0000-000000000000}"/>
          </ac:spMkLst>
        </pc:spChg>
        <pc:picChg chg="add del mod modCrop">
          <ac:chgData name="이한울" userId="6b68113f-130c-4b5b-be79-d122776f77ec" providerId="ADAL" clId="{44A545ED-71DC-4521-9A3F-1E5E487DB1F8}" dt="2026-03-17T11:32:18.308" v="86"/>
          <ac:picMkLst>
            <pc:docMk/>
            <pc:sldMk cId="0" sldId="259"/>
            <ac:picMk id="3" creationId="{C9F5C3C9-F60C-10AA-69AE-D69CB372B2B9}"/>
          </ac:picMkLst>
        </pc:picChg>
        <pc:picChg chg="mod">
          <ac:chgData name="이한울" userId="6b68113f-130c-4b5b-be79-d122776f77ec" providerId="ADAL" clId="{44A545ED-71DC-4521-9A3F-1E5E487DB1F8}" dt="2026-03-17T11:31:54.430" v="84"/>
          <ac:picMkLst>
            <pc:docMk/>
            <pc:sldMk cId="0" sldId="259"/>
            <ac:picMk id="5" creationId="{0DCFD405-D022-8362-F058-F354695AB49F}"/>
          </ac:picMkLst>
        </pc:picChg>
        <pc:picChg chg="mod">
          <ac:chgData name="이한울" userId="6b68113f-130c-4b5b-be79-d122776f77ec" providerId="ADAL" clId="{44A545ED-71DC-4521-9A3F-1E5E487DB1F8}" dt="2026-03-17T11:32:47.749" v="97" actId="14100"/>
          <ac:picMkLst>
            <pc:docMk/>
            <pc:sldMk cId="0" sldId="259"/>
            <ac:picMk id="6" creationId="{D7544D58-99D0-D744-CBA4-69AFE0F441DB}"/>
          </ac:picMkLst>
        </pc:picChg>
        <pc:picChg chg="mod">
          <ac:chgData name="이한울" userId="6b68113f-130c-4b5b-be79-d122776f77ec" providerId="ADAL" clId="{44A545ED-71DC-4521-9A3F-1E5E487DB1F8}" dt="2026-03-17T11:32:41.227" v="96" actId="14100"/>
          <ac:picMkLst>
            <pc:docMk/>
            <pc:sldMk cId="0" sldId="259"/>
            <ac:picMk id="161" creationId="{00000000-0000-0000-0000-000000000000}"/>
          </ac:picMkLst>
        </pc:picChg>
        <pc:picChg chg="del">
          <ac:chgData name="이한울" userId="6b68113f-130c-4b5b-be79-d122776f77ec" providerId="ADAL" clId="{44A545ED-71DC-4521-9A3F-1E5E487DB1F8}" dt="2026-03-17T11:30:22.232" v="55" actId="478"/>
          <ac:picMkLst>
            <pc:docMk/>
            <pc:sldMk cId="0" sldId="259"/>
            <ac:picMk id="168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7:21.694" v="365" actId="1036"/>
          <ac:picMkLst>
            <pc:docMk/>
            <pc:sldMk cId="0" sldId="259"/>
            <ac:picMk id="169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7:18.807" v="360" actId="1036"/>
          <ac:picMkLst>
            <pc:docMk/>
            <pc:sldMk cId="0" sldId="259"/>
            <ac:picMk id="170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7:15.165" v="356" actId="1036"/>
          <ac:picMkLst>
            <pc:docMk/>
            <pc:sldMk cId="0" sldId="259"/>
            <ac:picMk id="171" creationId="{00000000-0000-0000-0000-000000000000}"/>
          </ac:picMkLst>
        </pc:picChg>
      </pc:sldChg>
      <pc:sldChg chg="addSp delSp modSp mod">
        <pc:chgData name="이한울" userId="6b68113f-130c-4b5b-be79-d122776f77ec" providerId="ADAL" clId="{44A545ED-71DC-4521-9A3F-1E5E487DB1F8}" dt="2026-03-17T11:58:39.938" v="385" actId="14100"/>
        <pc:sldMkLst>
          <pc:docMk/>
          <pc:sldMk cId="0" sldId="260"/>
        </pc:sldMkLst>
        <pc:spChg chg="add del mod">
          <ac:chgData name="이한울" userId="6b68113f-130c-4b5b-be79-d122776f77ec" providerId="ADAL" clId="{44A545ED-71DC-4521-9A3F-1E5E487DB1F8}" dt="2026-03-17T11:36:13.913" v="184"/>
          <ac:spMkLst>
            <pc:docMk/>
            <pc:sldMk cId="0" sldId="260"/>
            <ac:spMk id="2" creationId="{85837167-EFD6-F4B4-AC3B-25C6D3C9D9E7}"/>
          </ac:spMkLst>
        </pc:spChg>
        <pc:spChg chg="mod">
          <ac:chgData name="이한울" userId="6b68113f-130c-4b5b-be79-d122776f77ec" providerId="ADAL" clId="{44A545ED-71DC-4521-9A3F-1E5E487DB1F8}" dt="2026-03-17T11:58:35.027" v="384" actId="14100"/>
          <ac:spMkLst>
            <pc:docMk/>
            <pc:sldMk cId="0" sldId="260"/>
            <ac:spMk id="182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39.938" v="385" actId="14100"/>
          <ac:spMkLst>
            <pc:docMk/>
            <pc:sldMk cId="0" sldId="260"/>
            <ac:spMk id="184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34:02.591" v="124" actId="478"/>
          <ac:spMkLst>
            <pc:docMk/>
            <pc:sldMk cId="0" sldId="260"/>
            <ac:spMk id="188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39:09.849" v="208" actId="1036"/>
          <ac:spMkLst>
            <pc:docMk/>
            <pc:sldMk cId="0" sldId="260"/>
            <ac:spMk id="189" creationId="{00000000-0000-0000-0000-000000000000}"/>
          </ac:spMkLst>
        </pc:spChg>
        <pc:picChg chg="mod">
          <ac:chgData name="이한울" userId="6b68113f-130c-4b5b-be79-d122776f77ec" providerId="ADAL" clId="{44A545ED-71DC-4521-9A3F-1E5E487DB1F8}" dt="2026-03-17T11:36:13.913" v="184"/>
          <ac:picMkLst>
            <pc:docMk/>
            <pc:sldMk cId="0" sldId="260"/>
            <ac:picMk id="3" creationId="{AFD05098-B35F-B160-9EF7-E9690B247A88}"/>
          </ac:picMkLst>
        </pc:picChg>
        <pc:picChg chg="mod">
          <ac:chgData name="이한울" userId="6b68113f-130c-4b5b-be79-d122776f77ec" providerId="ADAL" clId="{44A545ED-71DC-4521-9A3F-1E5E487DB1F8}" dt="2026-03-17T11:34:35.786" v="171" actId="14100"/>
          <ac:picMkLst>
            <pc:docMk/>
            <pc:sldMk cId="0" sldId="260"/>
            <ac:picMk id="179" creationId="{00000000-0000-0000-0000-000000000000}"/>
          </ac:picMkLst>
        </pc:picChg>
        <pc:picChg chg="del mod">
          <ac:chgData name="이한울" userId="6b68113f-130c-4b5b-be79-d122776f77ec" providerId="ADAL" clId="{44A545ED-71DC-4521-9A3F-1E5E487DB1F8}" dt="2026-03-17T11:36:13.913" v="184"/>
          <ac:picMkLst>
            <pc:docMk/>
            <pc:sldMk cId="0" sldId="260"/>
            <ac:picMk id="185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7:35.776" v="369" actId="1036"/>
          <ac:picMkLst>
            <pc:docMk/>
            <pc:sldMk cId="0" sldId="260"/>
            <ac:picMk id="186" creationId="{00000000-0000-0000-0000-000000000000}"/>
          </ac:picMkLst>
        </pc:picChg>
        <pc:picChg chg="mod">
          <ac:chgData name="이한울" userId="6b68113f-130c-4b5b-be79-d122776f77ec" providerId="ADAL" clId="{44A545ED-71DC-4521-9A3F-1E5E487DB1F8}" dt="2026-03-17T11:57:38.510" v="374" actId="1036"/>
          <ac:picMkLst>
            <pc:docMk/>
            <pc:sldMk cId="0" sldId="260"/>
            <ac:picMk id="187" creationId="{00000000-0000-0000-0000-000000000000}"/>
          </ac:picMkLst>
        </pc:picChg>
      </pc:sldChg>
      <pc:sldChg chg="addSp modSp mod">
        <pc:chgData name="이한울" userId="6b68113f-130c-4b5b-be79-d122776f77ec" providerId="ADAL" clId="{44A545ED-71DC-4521-9A3F-1E5E487DB1F8}" dt="2026-03-17T11:58:20.077" v="383" actId="20577"/>
        <pc:sldMkLst>
          <pc:docMk/>
          <pc:sldMk cId="0" sldId="261"/>
        </pc:sldMkLst>
        <pc:spChg chg="add mod ord">
          <ac:chgData name="이한울" userId="6b68113f-130c-4b5b-be79-d122776f77ec" providerId="ADAL" clId="{44A545ED-71DC-4521-9A3F-1E5E487DB1F8}" dt="2026-03-17T11:42:45.187" v="272" actId="14100"/>
          <ac:spMkLst>
            <pc:docMk/>
            <pc:sldMk cId="0" sldId="261"/>
            <ac:spMk id="2" creationId="{F9A583BB-5F71-25BC-51DC-6C17A50A3C58}"/>
          </ac:spMkLst>
        </pc:spChg>
        <pc:spChg chg="mod">
          <ac:chgData name="이한울" userId="6b68113f-130c-4b5b-be79-d122776f77ec" providerId="ADAL" clId="{44A545ED-71DC-4521-9A3F-1E5E487DB1F8}" dt="2026-03-17T11:39:25.442" v="211" actId="14100"/>
          <ac:spMkLst>
            <pc:docMk/>
            <pc:sldMk cId="0" sldId="261"/>
            <ac:spMk id="199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36:24.611" v="185" actId="20577"/>
          <ac:spMkLst>
            <pc:docMk/>
            <pc:sldMk cId="0" sldId="261"/>
            <ac:spMk id="200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14.948" v="381" actId="6549"/>
          <ac:spMkLst>
            <pc:docMk/>
            <pc:sldMk cId="0" sldId="261"/>
            <ac:spMk id="204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17.316" v="382" actId="20577"/>
          <ac:spMkLst>
            <pc:docMk/>
            <pc:sldMk cId="0" sldId="261"/>
            <ac:spMk id="207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0:26.266" v="238" actId="1076"/>
          <ac:spMkLst>
            <pc:docMk/>
            <pc:sldMk cId="0" sldId="261"/>
            <ac:spMk id="208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0:26.266" v="238" actId="1076"/>
          <ac:spMkLst>
            <pc:docMk/>
            <pc:sldMk cId="0" sldId="261"/>
            <ac:spMk id="209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20.077" v="383" actId="20577"/>
          <ac:spMkLst>
            <pc:docMk/>
            <pc:sldMk cId="0" sldId="261"/>
            <ac:spMk id="210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09.964" v="380" actId="1076"/>
          <ac:spMkLst>
            <pc:docMk/>
            <pc:sldMk cId="0" sldId="261"/>
            <ac:spMk id="211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09.964" v="380" actId="1076"/>
          <ac:spMkLst>
            <pc:docMk/>
            <pc:sldMk cId="0" sldId="261"/>
            <ac:spMk id="212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09.964" v="380" actId="1076"/>
          <ac:spMkLst>
            <pc:docMk/>
            <pc:sldMk cId="0" sldId="261"/>
            <ac:spMk id="213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03.795" v="379" actId="1076"/>
          <ac:spMkLst>
            <pc:docMk/>
            <pc:sldMk cId="0" sldId="261"/>
            <ac:spMk id="214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58:03.795" v="379" actId="1076"/>
          <ac:spMkLst>
            <pc:docMk/>
            <pc:sldMk cId="0" sldId="261"/>
            <ac:spMk id="215" creationId="{00000000-0000-0000-0000-000000000000}"/>
          </ac:spMkLst>
        </pc:spChg>
        <pc:picChg chg="mod">
          <ac:chgData name="이한울" userId="6b68113f-130c-4b5b-be79-d122776f77ec" providerId="ADAL" clId="{44A545ED-71DC-4521-9A3F-1E5E487DB1F8}" dt="2026-03-17T11:58:09.964" v="380" actId="1076"/>
          <ac:picMkLst>
            <pc:docMk/>
            <pc:sldMk cId="0" sldId="261"/>
            <ac:picMk id="216" creationId="{00000000-0000-0000-0000-000000000000}"/>
          </ac:picMkLst>
        </pc:picChg>
      </pc:sldChg>
      <pc:sldChg chg="addSp delSp modSp mod">
        <pc:chgData name="이한울" userId="6b68113f-130c-4b5b-be79-d122776f77ec" providerId="ADAL" clId="{44A545ED-71DC-4521-9A3F-1E5E487DB1F8}" dt="2026-03-17T11:47:59.295" v="341" actId="20577"/>
        <pc:sldMkLst>
          <pc:docMk/>
          <pc:sldMk cId="0" sldId="262"/>
        </pc:sldMkLst>
        <pc:spChg chg="mod">
          <ac:chgData name="이한울" userId="6b68113f-130c-4b5b-be79-d122776f77ec" providerId="ADAL" clId="{44A545ED-71DC-4521-9A3F-1E5E487DB1F8}" dt="2026-03-17T11:45:28.466" v="314" actId="164"/>
          <ac:spMkLst>
            <pc:docMk/>
            <pc:sldMk cId="0" sldId="262"/>
            <ac:spMk id="226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5:28.466" v="314" actId="164"/>
          <ac:spMkLst>
            <pc:docMk/>
            <pc:sldMk cId="0" sldId="262"/>
            <ac:spMk id="227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7:59.295" v="341" actId="20577"/>
          <ac:spMkLst>
            <pc:docMk/>
            <pc:sldMk cId="0" sldId="262"/>
            <ac:spMk id="228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5:18.020" v="312" actId="164"/>
          <ac:spMkLst>
            <pc:docMk/>
            <pc:sldMk cId="0" sldId="262"/>
            <ac:spMk id="229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5:18.020" v="312" actId="164"/>
          <ac:spMkLst>
            <pc:docMk/>
            <pc:sldMk cId="0" sldId="262"/>
            <ac:spMk id="230" creationId="{00000000-0000-0000-0000-000000000000}"/>
          </ac:spMkLst>
        </pc:spChg>
        <pc:spChg chg="mod">
          <ac:chgData name="이한울" userId="6b68113f-130c-4b5b-be79-d122776f77ec" providerId="ADAL" clId="{44A545ED-71DC-4521-9A3F-1E5E487DB1F8}" dt="2026-03-17T11:47:57.227" v="340" actId="20577"/>
          <ac:spMkLst>
            <pc:docMk/>
            <pc:sldMk cId="0" sldId="262"/>
            <ac:spMk id="231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45:00.986" v="311" actId="478"/>
          <ac:spMkLst>
            <pc:docMk/>
            <pc:sldMk cId="0" sldId="262"/>
            <ac:spMk id="233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45:00.986" v="311" actId="478"/>
          <ac:spMkLst>
            <pc:docMk/>
            <pc:sldMk cId="0" sldId="262"/>
            <ac:spMk id="234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43:13.415" v="275" actId="478"/>
          <ac:spMkLst>
            <pc:docMk/>
            <pc:sldMk cId="0" sldId="262"/>
            <ac:spMk id="238" creationId="{00000000-0000-0000-0000-000000000000}"/>
          </ac:spMkLst>
        </pc:spChg>
        <pc:grpChg chg="add mod">
          <ac:chgData name="이한울" userId="6b68113f-130c-4b5b-be79-d122776f77ec" providerId="ADAL" clId="{44A545ED-71DC-4521-9A3F-1E5E487DB1F8}" dt="2026-03-17T11:46:16.945" v="328" actId="164"/>
          <ac:grpSpMkLst>
            <pc:docMk/>
            <pc:sldMk cId="0" sldId="262"/>
            <ac:grpSpMk id="2" creationId="{EA9B9355-61E4-C959-040A-7CF5068FDB26}"/>
          </ac:grpSpMkLst>
        </pc:grpChg>
        <pc:grpChg chg="add mod">
          <ac:chgData name="이한울" userId="6b68113f-130c-4b5b-be79-d122776f77ec" providerId="ADAL" clId="{44A545ED-71DC-4521-9A3F-1E5E487DB1F8}" dt="2026-03-17T11:45:28.466" v="314" actId="164"/>
          <ac:grpSpMkLst>
            <pc:docMk/>
            <pc:sldMk cId="0" sldId="262"/>
            <ac:grpSpMk id="3" creationId="{AA84334F-81FF-DD39-3684-813DFF890610}"/>
          </ac:grpSpMkLst>
        </pc:grpChg>
        <pc:grpChg chg="add mod">
          <ac:chgData name="이한울" userId="6b68113f-130c-4b5b-be79-d122776f77ec" providerId="ADAL" clId="{44A545ED-71DC-4521-9A3F-1E5E487DB1F8}" dt="2026-03-17T11:46:16.945" v="328" actId="164"/>
          <ac:grpSpMkLst>
            <pc:docMk/>
            <pc:sldMk cId="0" sldId="262"/>
            <ac:grpSpMk id="5" creationId="{8F780D71-4E06-C3A0-8A18-8BD696CEFAAB}"/>
          </ac:grpSpMkLst>
        </pc:grpChg>
        <pc:picChg chg="add mod ord">
          <ac:chgData name="이한울" userId="6b68113f-130c-4b5b-be79-d122776f77ec" providerId="ADAL" clId="{44A545ED-71DC-4521-9A3F-1E5E487DB1F8}" dt="2026-03-17T11:46:16.945" v="328" actId="164"/>
          <ac:picMkLst>
            <pc:docMk/>
            <pc:sldMk cId="0" sldId="262"/>
            <ac:picMk id="4" creationId="{02FC587C-4FF3-FB04-ADED-778C3B14E321}"/>
          </ac:picMkLst>
        </pc:picChg>
        <pc:picChg chg="mod">
          <ac:chgData name="이한울" userId="6b68113f-130c-4b5b-be79-d122776f77ec" providerId="ADAL" clId="{44A545ED-71DC-4521-9A3F-1E5E487DB1F8}" dt="2026-03-17T11:45:32.046" v="315" actId="14100"/>
          <ac:picMkLst>
            <pc:docMk/>
            <pc:sldMk cId="0" sldId="262"/>
            <ac:picMk id="223" creationId="{00000000-0000-0000-0000-000000000000}"/>
          </ac:picMkLst>
        </pc:picChg>
        <pc:picChg chg="del mod">
          <ac:chgData name="이한울" userId="6b68113f-130c-4b5b-be79-d122776f77ec" providerId="ADAL" clId="{44A545ED-71DC-4521-9A3F-1E5E487DB1F8}" dt="2026-03-17T11:45:47.064" v="319" actId="478"/>
          <ac:picMkLst>
            <pc:docMk/>
            <pc:sldMk cId="0" sldId="262"/>
            <ac:picMk id="224" creationId="{00000000-0000-0000-0000-000000000000}"/>
          </ac:picMkLst>
        </pc:picChg>
        <pc:picChg chg="del">
          <ac:chgData name="이한울" userId="6b68113f-130c-4b5b-be79-d122776f77ec" providerId="ADAL" clId="{44A545ED-71DC-4521-9A3F-1E5E487DB1F8}" dt="2026-03-17T11:45:00.986" v="311" actId="478"/>
          <ac:picMkLst>
            <pc:docMk/>
            <pc:sldMk cId="0" sldId="262"/>
            <ac:picMk id="225" creationId="{00000000-0000-0000-0000-000000000000}"/>
          </ac:picMkLst>
        </pc:picChg>
        <pc:picChg chg="add del mod">
          <ac:chgData name="이한울" userId="6b68113f-130c-4b5b-be79-d122776f77ec" providerId="ADAL" clId="{44A545ED-71DC-4521-9A3F-1E5E487DB1F8}" dt="2026-03-17T11:45:28.466" v="314" actId="164"/>
          <ac:picMkLst>
            <pc:docMk/>
            <pc:sldMk cId="0" sldId="262"/>
            <ac:picMk id="235" creationId="{00000000-0000-0000-0000-000000000000}"/>
          </ac:picMkLst>
        </pc:picChg>
        <pc:picChg chg="add del mod">
          <ac:chgData name="이한울" userId="6b68113f-130c-4b5b-be79-d122776f77ec" providerId="ADAL" clId="{44A545ED-71DC-4521-9A3F-1E5E487DB1F8}" dt="2026-03-17T11:45:18.020" v="312" actId="164"/>
          <ac:picMkLst>
            <pc:docMk/>
            <pc:sldMk cId="0" sldId="262"/>
            <ac:picMk id="236" creationId="{00000000-0000-0000-0000-000000000000}"/>
          </ac:picMkLst>
        </pc:picChg>
        <pc:picChg chg="add del mod">
          <ac:chgData name="이한울" userId="6b68113f-130c-4b5b-be79-d122776f77ec" providerId="ADAL" clId="{44A545ED-71DC-4521-9A3F-1E5E487DB1F8}" dt="2026-03-17T11:45:00.986" v="311" actId="478"/>
          <ac:picMkLst>
            <pc:docMk/>
            <pc:sldMk cId="0" sldId="262"/>
            <ac:picMk id="237" creationId="{00000000-0000-0000-0000-000000000000}"/>
          </ac:picMkLst>
        </pc:picChg>
      </pc:sldChg>
      <pc:sldChg chg="delSp del mod">
        <pc:chgData name="이한울" userId="6b68113f-130c-4b5b-be79-d122776f77ec" providerId="ADAL" clId="{44A545ED-71DC-4521-9A3F-1E5E487DB1F8}" dt="2026-03-17T11:47:09.287" v="334" actId="47"/>
        <pc:sldMkLst>
          <pc:docMk/>
          <pc:sldMk cId="0" sldId="263"/>
        </pc:sldMkLst>
        <pc:spChg chg="del">
          <ac:chgData name="이한울" userId="6b68113f-130c-4b5b-be79-d122776f77ec" providerId="ADAL" clId="{44A545ED-71DC-4521-9A3F-1E5E487DB1F8}" dt="2026-03-17T11:46:34.062" v="332" actId="478"/>
          <ac:spMkLst>
            <pc:docMk/>
            <pc:sldMk cId="0" sldId="263"/>
            <ac:spMk id="248" creationId="{00000000-0000-0000-0000-000000000000}"/>
          </ac:spMkLst>
        </pc:spChg>
        <pc:spChg chg="del">
          <ac:chgData name="이한울" userId="6b68113f-130c-4b5b-be79-d122776f77ec" providerId="ADAL" clId="{44A545ED-71DC-4521-9A3F-1E5E487DB1F8}" dt="2026-03-17T11:46:33.358" v="331" actId="478"/>
          <ac:spMkLst>
            <pc:docMk/>
            <pc:sldMk cId="0" sldId="263"/>
            <ac:spMk id="249" creationId="{00000000-0000-0000-0000-000000000000}"/>
          </ac:spMkLst>
        </pc:spChg>
      </pc:sldChg>
      <pc:sldChg chg="del">
        <pc:chgData name="이한울" userId="6b68113f-130c-4b5b-be79-d122776f77ec" providerId="ADAL" clId="{44A545ED-71DC-4521-9A3F-1E5E487DB1F8}" dt="2026-03-17T11:46:43.632" v="333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2375892"/>
            <a:ext cx="7620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857875"/>
            <a:ext cx="4677816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52500" y="2718792"/>
            <a:ext cx="10801350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제조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품질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과제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48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48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보고서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952499" y="4494014"/>
            <a:ext cx="8891489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UCI SECOM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반도체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제조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데이터를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활용한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5대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품질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지표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파이프라인</a:t>
            </a:r>
            <a:r>
              <a:rPr lang="en-US" sz="1950" b="0" i="0" u="none" strike="noStrike" cap="none" dirty="0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950" b="0" i="0" u="none" strike="noStrike" cap="none" dirty="0" err="1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구축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52500" y="6057900"/>
            <a:ext cx="230519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2025254004 </a:t>
            </a:r>
            <a:r>
              <a:rPr lang="ko-KR" alt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이한울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33823"/>
            <a:ext cx="5286375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82328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1482328"/>
            <a:ext cx="5095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대상: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UCI SECOM (Semi-Conductor Manufacturing) 데이터셋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1899493"/>
            <a:ext cx="5095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스펙: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총 1,567개 관측치(웨이퍼 테스트 결과), 590개의 센서 데이터, 측정 시간(Time) 및 품질 라벨(Pass/Fail)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06090" y="2971948"/>
            <a:ext cx="473934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데이터 품질 저하 요인 (Pain Points)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38900" y="1587103"/>
            <a:ext cx="5076825" cy="43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725" y="3010048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85850" y="3448198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</a:t>
            </a:r>
            <a:r>
              <a:rPr lang="en-US" sz="1350" b="1" i="0" u="none" strike="noStrike" cap="none" dirty="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(Missing Values) </a:t>
            </a:r>
            <a:r>
              <a:rPr lang="en-US" sz="1350" b="1" i="0" u="none" strike="noStrike" cap="none" dirty="0" err="1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과다</a:t>
            </a:r>
            <a:r>
              <a:rPr lang="en-US" sz="1350" b="1" i="0" u="none" strike="noStrike" cap="none" dirty="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일부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컬럼은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측정값이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거의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비어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있어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정보의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왜곡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발생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85850" y="4139654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무의미한</a:t>
            </a:r>
            <a:r>
              <a:rPr lang="en-US" sz="1350" b="1" i="0" u="none" strike="noStrike" cap="none" dirty="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변수</a:t>
            </a:r>
            <a:r>
              <a:rPr lang="en-US" sz="1350" b="1" i="0" u="none" strike="noStrike" cap="none" dirty="0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(Zero-Variance):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전체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공정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내내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값이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단 한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번도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변하지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않는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다수</a:t>
            </a:r>
            <a:r>
              <a:rPr lang="en-US" sz="1350" b="0" i="0" u="none" strike="noStrike" cap="none" dirty="0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존재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085850" y="4831109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이상치(Outliers) 및 노이즈:</a:t>
            </a:r>
            <a:r>
              <a:rPr lang="en-US" sz="1350" b="0" i="0" u="none" strike="noStrike" cap="none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장비 오작동 등으로 인한 극단적 센서 노이즈 혼입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85850" y="5522565"/>
            <a:ext cx="45339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3F5E"/>
                </a:solidFill>
                <a:latin typeface="Noto Sans KR"/>
                <a:ea typeface="Noto Sans KR"/>
                <a:cs typeface="Noto Sans KR"/>
                <a:sym typeface="Noto Sans KR"/>
              </a:rPr>
              <a:t>형식 비표준화:</a:t>
            </a:r>
            <a:r>
              <a:rPr lang="en-US" sz="1350" b="0" i="0" u="none" strike="noStrike" cap="none">
                <a:solidFill>
                  <a:srgbClr val="FFE4E6"/>
                </a:solidFill>
                <a:latin typeface="Noto Sans KR"/>
                <a:ea typeface="Noto Sans KR"/>
                <a:cs typeface="Noto Sans KR"/>
                <a:sym typeface="Noto Sans KR"/>
              </a:rPr>
              <a:t> 시계열 분석이 어려운 문자열 형태의 시간 데이터 및 비표준 타겟 라벨(-1, 1)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406003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과제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개요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대상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분석</a:t>
            </a:r>
            <a:r>
              <a:rPr lang="en-US" sz="31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15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(Data Profiling)</a:t>
            </a:r>
            <a:endParaRPr dirty="0"/>
          </a:p>
        </p:txBody>
      </p:sp>
      <p:sp>
        <p:nvSpPr>
          <p:cNvPr id="108" name="Google Shape;108;p14"/>
          <p:cNvSpPr/>
          <p:nvPr/>
        </p:nvSpPr>
        <p:spPr>
          <a:xfrm>
            <a:off x="571500" y="1082278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3510678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4221052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4906201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5603673"/>
            <a:ext cx="133498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15"/>
          <p:cNvGraphicFramePr/>
          <p:nvPr>
            <p:extLst>
              <p:ext uri="{D42A27DB-BD31-4B8C-83A1-F6EECF244321}">
                <p14:modId xmlns:p14="http://schemas.microsoft.com/office/powerpoint/2010/main" val="3921187032"/>
              </p:ext>
            </p:extLst>
          </p:nvPr>
        </p:nvGraphicFramePr>
        <p:xfrm>
          <a:off x="571500" y="804880"/>
          <a:ext cx="11049000" cy="5786550"/>
        </p:xfrm>
        <a:graphic>
          <a:graphicData uri="http://schemas.openxmlformats.org/drawingml/2006/table">
            <a:tbl>
              <a:tblPr firstRow="1" bandRow="1">
                <a:noFill/>
                <a:tableStyleId>{1EC51E4A-C459-42AD-8C52-D72E783A60BF}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지표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(Indicator)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본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과제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맞춤형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정제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설계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</a:t>
                      </a:r>
                      <a:r>
                        <a:rPr lang="en-US" sz="1500" b="1" i="0" u="none" strike="noStrike" cap="none" dirty="0" err="1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가이드라인</a:t>
                      </a: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 </a:t>
                      </a:r>
                      <a:r>
                        <a:rPr lang="en-US" sz="1275" b="1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유일성</a:t>
                      </a:r>
                      <a:r>
                        <a:rPr lang="en-US" sz="1275" b="1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(Uniqueness)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중복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방지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완벽히 동일한 관측치(행) 제거</a:t>
                      </a:r>
                      <a:b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동일한 시간(Time)에 중복 기록된 센서 로그 제거</a:t>
                      </a:r>
                      <a:b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2. 유효성 (Validity)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형식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규칙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준수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컬럼을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분석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가능한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표준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datetime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형태로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변환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라벨을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머신러닝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범용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형태인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0(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정상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), 1(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불량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)로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재매핑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3. 일관성 (Consistency)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논리적 모순 제거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전체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관측치에서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분산이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0인(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값이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1개뿐인)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무의미한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센서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변수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탐지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및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일괄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삭제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4. 완전성 (Completeness)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결측치 최소화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결측률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40%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이상인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악성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센서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컬럼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삭제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잔여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결측치는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KNN(K=5)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다변량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보간법으로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정밀하게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대체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5. 정확성 (Accuracy)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노이즈 왜곡 방지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IQR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기반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이상치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탐지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: 상/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하한선을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넘는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극단적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노이즈를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경계값으로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잘라내는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Clipping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기법</a:t>
                      </a:r>
                      <a: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lang="en-US" sz="1275" b="0" i="0" u="none" strike="noStrike" cap="none" dirty="0" err="1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적용</a:t>
                      </a:r>
                      <a:br>
                        <a:rPr lang="en-US" sz="1275" b="0" i="0" u="none" strike="noStrike" cap="none" dirty="0">
                          <a:solidFill>
                            <a:srgbClr val="CBD5E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8" name="Google Shape;118;p15"/>
          <p:cNvSpPr/>
          <p:nvPr/>
        </p:nvSpPr>
        <p:spPr>
          <a:xfrm>
            <a:off x="571500" y="1712118"/>
            <a:ext cx="27622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333750" y="1712118"/>
            <a:ext cx="22098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5543550" y="1712118"/>
            <a:ext cx="60769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2779811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333750" y="2779811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543550" y="2779811"/>
            <a:ext cx="6076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3838426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333750" y="3838426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543550" y="3838426"/>
            <a:ext cx="6076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71500" y="4815631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3333750" y="4815631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543550" y="4815631"/>
            <a:ext cx="6076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571500" y="5869037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333750" y="5869037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5543550" y="5869037"/>
            <a:ext cx="6076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6846242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333750" y="6846242"/>
            <a:ext cx="2209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543550" y="6846242"/>
            <a:ext cx="6076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571500" y="-2381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5대 데이터 품질 지표 기반 </a:t>
            </a:r>
            <a:r>
              <a:rPr lang="en-US" sz="31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가이드라인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571500" y="673893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89905"/>
            <a:ext cx="5286375" cy="167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52638"/>
            <a:ext cx="5286375" cy="16880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31147"/>
            <a:ext cx="5286375" cy="1413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389904"/>
            <a:ext cx="5286375" cy="515451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139874" y="1628030"/>
            <a:ext cx="447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[유일성] 확보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847726" y="2047130"/>
            <a:ext cx="460258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내장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함수를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활용하여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자체의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중복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타임스탬프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중복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로그를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1차 </a:t>
            </a:r>
            <a:r>
              <a:rPr lang="ko-KR" alt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제외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이를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편향된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학습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예방</a:t>
            </a:r>
            <a:endParaRPr dirty="0"/>
          </a:p>
        </p:txBody>
      </p:sp>
      <p:sp>
        <p:nvSpPr>
          <p:cNvPr id="164" name="Google Shape;164;p16"/>
          <p:cNvSpPr txBox="1"/>
          <p:nvPr/>
        </p:nvSpPr>
        <p:spPr>
          <a:xfrm>
            <a:off x="1139874" y="3490763"/>
            <a:ext cx="447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[유효성] 확보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47725" y="3909863"/>
            <a:ext cx="447987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DCDCAA"/>
                </a:solidFill>
                <a:latin typeface="Noto Sans KR"/>
                <a:ea typeface="Noto Sans KR"/>
                <a:cs typeface="Noto Sans KR"/>
                <a:sym typeface="Noto Sans KR"/>
              </a:rPr>
              <a:t>to_datetime</a:t>
            </a:r>
            <a:r>
              <a:rPr lang="en-US" sz="1275" b="0" i="0" u="none" strike="noStrike" cap="none" dirty="0">
                <a:solidFill>
                  <a:srgbClr val="DCDCAA"/>
                </a:solidFill>
                <a:latin typeface="Noto Sans KR"/>
                <a:ea typeface="Noto Sans KR"/>
                <a:cs typeface="Noto Sans KR"/>
                <a:sym typeface="Noto Sans KR"/>
              </a:rPr>
              <a:t>()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과 </a:t>
            </a:r>
            <a:r>
              <a:rPr lang="en-US" sz="1275" b="0" i="0" u="none" strike="noStrike" cap="none" dirty="0">
                <a:solidFill>
                  <a:srgbClr val="DCDCAA"/>
                </a:solidFill>
                <a:latin typeface="Noto Sans KR"/>
                <a:ea typeface="Noto Sans KR"/>
                <a:cs typeface="Noto Sans KR"/>
                <a:sym typeface="Noto Sans KR"/>
              </a:rPr>
              <a:t>replace()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사용해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시계열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분석이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가능하도록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만들고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타겟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변수를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(0, 1)로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변환해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호환성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높</a:t>
            </a:r>
            <a:r>
              <a:rPr lang="ko-KR" alt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임</a:t>
            </a:r>
            <a:endParaRPr dirty="0"/>
          </a:p>
        </p:txBody>
      </p:sp>
      <p:sp>
        <p:nvSpPr>
          <p:cNvPr id="166" name="Google Shape;166;p16"/>
          <p:cNvSpPr txBox="1"/>
          <p:nvPr/>
        </p:nvSpPr>
        <p:spPr>
          <a:xfrm>
            <a:off x="1139874" y="5369272"/>
            <a:ext cx="447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[일관성] 확보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847725" y="5788372"/>
            <a:ext cx="4536407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분산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조건을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통해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값의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변화가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전혀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없어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정보량이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0인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컬럼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자동으로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찾아내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데이터프레임에서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제거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(drop)</a:t>
            </a:r>
            <a:endParaRPr dirty="0"/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4" y="1704446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4" y="3561163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724" y="5433656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571500" y="31358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파이프라인 개발 및 코드 설명 </a:t>
            </a:r>
            <a:r>
              <a:rPr lang="en-US" sz="31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(1/2)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71500" y="98985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그림 5" descr="The image depicts a code snippet from a software development environment, likely a Python script, which includes functions for data preprocessing, specifically for a dataset.&#10;&#10;AI 생성 콘텐츠는 정확하지 않을 수 있습니다.">
            <a:extLst>
              <a:ext uri="{FF2B5EF4-FFF2-40B4-BE49-F238E27FC236}">
                <a16:creationId xmlns:a16="http://schemas.microsoft.com/office/drawing/2014/main" id="{D7544D58-99D0-D744-CBA4-69AFE0F441D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89" r="29474"/>
          <a:stretch>
            <a:fillRect/>
          </a:stretch>
        </p:blipFill>
        <p:spPr>
          <a:xfrm>
            <a:off x="6451474" y="1521696"/>
            <a:ext cx="5057354" cy="4901758"/>
          </a:xfrm>
          <a:custGeom>
            <a:avLst/>
            <a:gdLst>
              <a:gd name="csX0" fmla="*/ 82493 w 5006903"/>
              <a:gd name="csY0" fmla="*/ 0 h 4901758"/>
              <a:gd name="csX1" fmla="*/ 4924411 w 5006903"/>
              <a:gd name="csY1" fmla="*/ 0 h 4901758"/>
              <a:gd name="csX2" fmla="*/ 4956518 w 5006903"/>
              <a:gd name="csY2" fmla="*/ 6482 h 4901758"/>
              <a:gd name="csX3" fmla="*/ 5006903 w 5006903"/>
              <a:gd name="csY3" fmla="*/ 82496 h 4901758"/>
              <a:gd name="csX4" fmla="*/ 5006903 w 5006903"/>
              <a:gd name="csY4" fmla="*/ 4819261 h 4901758"/>
              <a:gd name="csX5" fmla="*/ 4924406 w 5006903"/>
              <a:gd name="csY5" fmla="*/ 4901758 h 4901758"/>
              <a:gd name="csX6" fmla="*/ 82497 w 5006903"/>
              <a:gd name="csY6" fmla="*/ 4901758 h 4901758"/>
              <a:gd name="csX7" fmla="*/ 0 w 5006903"/>
              <a:gd name="csY7" fmla="*/ 4819261 h 4901758"/>
              <a:gd name="csX8" fmla="*/ 0 w 5006903"/>
              <a:gd name="csY8" fmla="*/ 82496 h 4901758"/>
              <a:gd name="csX9" fmla="*/ 50386 w 5006903"/>
              <a:gd name="csY9" fmla="*/ 6482 h 4901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5006903" h="4901758">
                <a:moveTo>
                  <a:pt x="82493" y="0"/>
                </a:moveTo>
                <a:lnTo>
                  <a:pt x="4924411" y="0"/>
                </a:lnTo>
                <a:lnTo>
                  <a:pt x="4956518" y="6482"/>
                </a:lnTo>
                <a:cubicBezTo>
                  <a:pt x="4986127" y="19006"/>
                  <a:pt x="5006903" y="48325"/>
                  <a:pt x="5006903" y="82496"/>
                </a:cubicBezTo>
                <a:lnTo>
                  <a:pt x="5006903" y="4819261"/>
                </a:lnTo>
                <a:cubicBezTo>
                  <a:pt x="5006903" y="4864823"/>
                  <a:pt x="4969968" y="4901758"/>
                  <a:pt x="4924406" y="4901758"/>
                </a:cubicBezTo>
                <a:lnTo>
                  <a:pt x="82497" y="4901758"/>
                </a:lnTo>
                <a:cubicBezTo>
                  <a:pt x="36935" y="4901758"/>
                  <a:pt x="0" y="4864823"/>
                  <a:pt x="0" y="4819261"/>
                </a:cubicBezTo>
                <a:lnTo>
                  <a:pt x="0" y="82496"/>
                </a:lnTo>
                <a:cubicBezTo>
                  <a:pt x="0" y="48325"/>
                  <a:pt x="20776" y="19006"/>
                  <a:pt x="50386" y="6482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14500"/>
            <a:ext cx="5286375" cy="167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77232"/>
            <a:ext cx="5286375" cy="167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14500"/>
            <a:ext cx="5286375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1139874" y="1952625"/>
            <a:ext cx="447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[완전성] 확보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847725" y="2371725"/>
            <a:ext cx="4650707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단순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평균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대체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(Mean Imputation)의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한계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극복을 </a:t>
            </a:r>
            <a:r>
              <a:rPr lang="ko-KR" altLang="en-US" sz="1275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위해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센서와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가장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패턴이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비슷한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5개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이웃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웨이퍼의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센서값을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참고하여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결측치를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과학적으로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추정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/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보간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(KNN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다변량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보간법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183" name="Google Shape;183;p17"/>
          <p:cNvSpPr txBox="1"/>
          <p:nvPr/>
        </p:nvSpPr>
        <p:spPr>
          <a:xfrm>
            <a:off x="1139874" y="3815357"/>
            <a:ext cx="4479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D4BF"/>
                </a:solidFill>
                <a:latin typeface="Noto Sans KR"/>
                <a:ea typeface="Noto Sans KR"/>
                <a:cs typeface="Noto Sans KR"/>
                <a:sym typeface="Noto Sans KR"/>
              </a:rPr>
              <a:t>[정확성] 확보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847725" y="4234457"/>
            <a:ext cx="4825164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결측치가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모두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채워진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온전한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상태에서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사분위수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(IQR)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정상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경계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[Q1 - 1.5*IQR, Q3 + 1.5*IQR]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를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설정하여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오작동으로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튀는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값을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안전하게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깎아내는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Clipping </a:t>
            </a:r>
            <a:r>
              <a:rPr lang="en-US" sz="1275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기법</a:t>
            </a:r>
            <a:r>
              <a:rPr lang="en-US" sz="1275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275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FD05098-B35F-B160-9EF7-E9690B247A8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8410" y="1819275"/>
            <a:ext cx="5037806" cy="4362450"/>
          </a:xfrm>
          <a:custGeom>
            <a:avLst/>
            <a:gdLst>
              <a:gd name="csX0" fmla="*/ 59198 w 5037806"/>
              <a:gd name="csY0" fmla="*/ 0 h 4362450"/>
              <a:gd name="csX1" fmla="*/ 4978608 w 5037806"/>
              <a:gd name="csY1" fmla="*/ 0 h 4362450"/>
              <a:gd name="csX2" fmla="*/ 5037806 w 5037806"/>
              <a:gd name="csY2" fmla="*/ 59198 h 4362450"/>
              <a:gd name="csX3" fmla="*/ 5037806 w 5037806"/>
              <a:gd name="csY3" fmla="*/ 4303252 h 4362450"/>
              <a:gd name="csX4" fmla="*/ 4978608 w 5037806"/>
              <a:gd name="csY4" fmla="*/ 4362450 h 4362450"/>
              <a:gd name="csX5" fmla="*/ 59198 w 5037806"/>
              <a:gd name="csY5" fmla="*/ 4362450 h 4362450"/>
              <a:gd name="csX6" fmla="*/ 0 w 5037806"/>
              <a:gd name="csY6" fmla="*/ 4303252 h 4362450"/>
              <a:gd name="csX7" fmla="*/ 0 w 5037806"/>
              <a:gd name="csY7" fmla="*/ 59198 h 4362450"/>
              <a:gd name="csX8" fmla="*/ 59198 w 5037806"/>
              <a:gd name="csY8" fmla="*/ 0 h 4362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037806" h="4362450">
                <a:moveTo>
                  <a:pt x="59198" y="0"/>
                </a:moveTo>
                <a:lnTo>
                  <a:pt x="4978608" y="0"/>
                </a:lnTo>
                <a:cubicBezTo>
                  <a:pt x="5011302" y="0"/>
                  <a:pt x="5037806" y="26504"/>
                  <a:pt x="5037806" y="59198"/>
                </a:cubicBezTo>
                <a:lnTo>
                  <a:pt x="5037806" y="4303252"/>
                </a:lnTo>
                <a:cubicBezTo>
                  <a:pt x="5037806" y="4335946"/>
                  <a:pt x="5011302" y="4362450"/>
                  <a:pt x="4978608" y="4362450"/>
                </a:cubicBezTo>
                <a:lnTo>
                  <a:pt x="59198" y="4362450"/>
                </a:lnTo>
                <a:cubicBezTo>
                  <a:pt x="26504" y="4362450"/>
                  <a:pt x="0" y="4335946"/>
                  <a:pt x="0" y="4303252"/>
                </a:cubicBezTo>
                <a:lnTo>
                  <a:pt x="0" y="59198"/>
                </a:lnTo>
                <a:cubicBezTo>
                  <a:pt x="0" y="26504"/>
                  <a:pt x="26504" y="0"/>
                  <a:pt x="59198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86" name="Google Shape;18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725" y="2025409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725" y="3894157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63817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파이프라인 개발 및 코드 설명 </a:t>
            </a:r>
            <a:r>
              <a:rPr lang="en-US" sz="31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(2/2)</a:t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71500" y="131445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9;p18">
            <a:extLst>
              <a:ext uri="{FF2B5EF4-FFF2-40B4-BE49-F238E27FC236}">
                <a16:creationId xmlns:a16="http://schemas.microsoft.com/office/drawing/2014/main" id="{F9A583BB-5F71-25BC-51DC-6C17A50A3C58}"/>
              </a:ext>
            </a:extLst>
          </p:cNvPr>
          <p:cNvSpPr/>
          <p:nvPr/>
        </p:nvSpPr>
        <p:spPr>
          <a:xfrm>
            <a:off x="739350" y="2418872"/>
            <a:ext cx="18000" cy="3600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67805"/>
            <a:ext cx="5286375" cy="975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133427"/>
            <a:ext cx="5286375" cy="975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99049"/>
            <a:ext cx="5286375" cy="97512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 txBox="1"/>
          <p:nvPr/>
        </p:nvSpPr>
        <p:spPr>
          <a:xfrm>
            <a:off x="714375" y="1462980"/>
            <a:ext cx="540067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전/후 데이터 형상(Shape) 변화 분석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571500" y="1462980"/>
            <a:ext cx="38100" cy="360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477000" y="1462980"/>
            <a:ext cx="54006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품질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성과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요약</a:t>
            </a:r>
            <a:endParaRPr dirty="0"/>
          </a:p>
        </p:txBody>
      </p:sp>
      <p:sp>
        <p:nvSpPr>
          <p:cNvPr id="201" name="Google Shape;201;p18"/>
          <p:cNvSpPr/>
          <p:nvPr/>
        </p:nvSpPr>
        <p:spPr>
          <a:xfrm>
            <a:off x="6334125" y="1462980"/>
            <a:ext cx="38100" cy="36195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47700" y="2513111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43F5E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1076325" y="2465486"/>
            <a:ext cx="50206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[Before] 원본 데이터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076325" y="2827436"/>
            <a:ext cx="478155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1,567 행 × 592 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(Time,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타겟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제외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590개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05" name="Google Shape;205;p18"/>
          <p:cNvSpPr/>
          <p:nvPr/>
        </p:nvSpPr>
        <p:spPr>
          <a:xfrm>
            <a:off x="647700" y="385226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076325" y="3804642"/>
            <a:ext cx="50206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[Process] 정제 수행 내역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076325" y="4166592"/>
            <a:ext cx="478155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일관성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위배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분산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0)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약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116개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탐지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삭제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완전성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위배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결측률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40%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약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32개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탐지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삭제</a:t>
            </a:r>
            <a:endParaRPr dirty="0"/>
          </a:p>
        </p:txBody>
      </p:sp>
      <p:sp>
        <p:nvSpPr>
          <p:cNvPr id="208" name="Google Shape;208;p18"/>
          <p:cNvSpPr/>
          <p:nvPr/>
        </p:nvSpPr>
        <p:spPr>
          <a:xfrm>
            <a:off x="647700" y="5143798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 w="38100" cap="flat" cmpd="sng">
            <a:solidFill>
              <a:srgbClr val="0F17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1076325" y="5096173"/>
            <a:ext cx="502062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[After]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정제</a:t>
            </a:r>
            <a:r>
              <a:rPr lang="en-US" sz="16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endParaRPr dirty="0"/>
          </a:p>
        </p:txBody>
      </p:sp>
      <p:sp>
        <p:nvSpPr>
          <p:cNvPr id="210" name="Google Shape;210;p18"/>
          <p:cNvSpPr txBox="1"/>
          <p:nvPr/>
        </p:nvSpPr>
        <p:spPr>
          <a:xfrm>
            <a:off x="1076325" y="5458123"/>
            <a:ext cx="478155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1,567 행 × 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444 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유효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442개로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차원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축소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dirty="0"/>
          </a:p>
        </p:txBody>
      </p:sp>
      <p:sp>
        <p:nvSpPr>
          <p:cNvPr id="211" name="Google Shape;211;p18"/>
          <p:cNvSpPr txBox="1"/>
          <p:nvPr/>
        </p:nvSpPr>
        <p:spPr>
          <a:xfrm>
            <a:off x="6687145" y="2226766"/>
            <a:ext cx="8572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0%</a:t>
            </a:r>
            <a:endParaRPr sz="1100" dirty="0"/>
          </a:p>
        </p:txBody>
      </p:sp>
      <p:sp>
        <p:nvSpPr>
          <p:cNvPr id="212" name="Google Shape;212;p18"/>
          <p:cNvSpPr txBox="1"/>
          <p:nvPr/>
        </p:nvSpPr>
        <p:spPr>
          <a:xfrm>
            <a:off x="7782520" y="2215455"/>
            <a:ext cx="2095648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내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제로화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KNN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정밀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보간법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적용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완료</a:t>
            </a:r>
            <a:endParaRPr dirty="0"/>
          </a:p>
        </p:txBody>
      </p:sp>
      <p:sp>
        <p:nvSpPr>
          <p:cNvPr id="213" name="Google Shape;213;p18"/>
          <p:cNvSpPr txBox="1"/>
          <p:nvPr/>
        </p:nvSpPr>
        <p:spPr>
          <a:xfrm>
            <a:off x="7782520" y="3381077"/>
            <a:ext cx="2657921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극단적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통계적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오류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제어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IQR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Clipping으로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노이즈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왜곡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방지</a:t>
            </a:r>
            <a:endParaRPr dirty="0"/>
          </a:p>
        </p:txBody>
      </p:sp>
      <p:sp>
        <p:nvSpPr>
          <p:cNvPr id="214" name="Google Shape;214;p18"/>
          <p:cNvSpPr txBox="1"/>
          <p:nvPr/>
        </p:nvSpPr>
        <p:spPr>
          <a:xfrm>
            <a:off x="6477000" y="4558010"/>
            <a:ext cx="106739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4ADE80"/>
                </a:solidFill>
                <a:latin typeface="Poppins"/>
                <a:ea typeface="Poppins"/>
                <a:cs typeface="Poppins"/>
                <a:sym typeface="Poppins"/>
              </a:rPr>
              <a:t>-25%</a:t>
            </a:r>
            <a:endParaRPr sz="1100" dirty="0"/>
          </a:p>
        </p:txBody>
      </p:sp>
      <p:sp>
        <p:nvSpPr>
          <p:cNvPr id="215" name="Google Shape;215;p18"/>
          <p:cNvSpPr txBox="1"/>
          <p:nvPr/>
        </p:nvSpPr>
        <p:spPr>
          <a:xfrm>
            <a:off x="7782520" y="4546699"/>
            <a:ext cx="2467123" cy="43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연산량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크기</a:t>
            </a:r>
            <a:r>
              <a:rPr lang="en-US" sz="1350" b="1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1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절감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센서</a:t>
            </a:r>
            <a:r>
              <a:rPr lang="en-US" sz="1350" b="0" i="0" u="none" strike="noStrike" cap="none" dirty="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(약 148개) </a:t>
            </a:r>
            <a:r>
              <a:rPr lang="en-US" sz="1350" b="0" i="0" u="none" strike="noStrike" cap="none" dirty="0" err="1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제거</a:t>
            </a:r>
            <a:endParaRPr dirty="0"/>
          </a:p>
        </p:txBody>
      </p:sp>
      <p:pic>
        <p:nvPicPr>
          <p:cNvPr id="216" name="Google Shape;21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36091" y="3440013"/>
            <a:ext cx="3996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8"/>
          <p:cNvSpPr txBox="1"/>
          <p:nvPr/>
        </p:nvSpPr>
        <p:spPr>
          <a:xfrm>
            <a:off x="571500" y="386655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결과 및 데이터 품질 분석 </a:t>
            </a:r>
            <a:r>
              <a:rPr lang="en-US" sz="31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(Result Analysis)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71500" y="106293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8137623" y="4514924"/>
            <a:ext cx="3473500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A84334F-81FF-DD39-3684-813DFF890610}"/>
              </a:ext>
            </a:extLst>
          </p:cNvPr>
          <p:cNvGrpSpPr/>
          <p:nvPr/>
        </p:nvGrpSpPr>
        <p:grpSpPr>
          <a:xfrm>
            <a:off x="571500" y="2781448"/>
            <a:ext cx="4989407" cy="3505051"/>
            <a:chOff x="571500" y="2781448"/>
            <a:chExt cx="4989407" cy="3505051"/>
          </a:xfrm>
        </p:grpSpPr>
        <p:pic>
          <p:nvPicPr>
            <p:cNvPr id="223" name="Google Shape;223;p19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781448"/>
              <a:ext cx="4989407" cy="3505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9"/>
            <p:cNvSpPr/>
            <p:nvPr/>
          </p:nvSpPr>
          <p:spPr>
            <a:xfrm>
              <a:off x="581024" y="4514924"/>
              <a:ext cx="3473500" cy="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9"/>
            <p:cNvSpPr txBox="1"/>
            <p:nvPr/>
          </p:nvSpPr>
          <p:spPr>
            <a:xfrm>
              <a:off x="866775" y="3933973"/>
              <a:ext cx="3047099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u="none" strike="noStrike" cap="none">
                  <a:solidFill>
                    <a:srgbClr val="F8FAF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예측 성능 극대화</a:t>
              </a:r>
              <a:endParaRPr/>
            </a:p>
          </p:txBody>
        </p:sp>
        <p:sp>
          <p:nvSpPr>
            <p:cNvPr id="228" name="Google Shape;228;p19"/>
            <p:cNvSpPr txBox="1"/>
            <p:nvPr/>
          </p:nvSpPr>
          <p:spPr>
            <a:xfrm>
              <a:off x="866775" y="4381648"/>
              <a:ext cx="4286656" cy="997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결측치와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이상치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노이즈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 등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머신러닝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/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딥러닝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모델의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학습을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방해하는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요소를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원천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차단하여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공정</a:t>
              </a:r>
              <a:r>
                <a:rPr lang="en-US" sz="1350" b="0" i="0" u="none" strike="noStrike" cap="none" dirty="0">
                  <a:solidFill>
                    <a:srgbClr val="CBD5E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내 </a:t>
              </a:r>
              <a:r>
                <a:rPr lang="en-US" sz="1350" b="1" i="0" u="none" strike="noStrike" cap="none" dirty="0" err="1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불량</a:t>
              </a:r>
              <a:r>
                <a:rPr lang="en-US" sz="1350" b="1" i="0" u="none" strike="noStrike" cap="none" dirty="0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탐지</a:t>
              </a:r>
              <a:r>
                <a:rPr lang="en-US" sz="1350" b="1" i="0" u="none" strike="noStrike" cap="none" dirty="0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(Fault Detection) </a:t>
              </a:r>
              <a:r>
                <a:rPr lang="en-US" sz="1350" b="1" i="0" u="none" strike="noStrike" cap="none" dirty="0" err="1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성능</a:t>
              </a:r>
              <a:r>
                <a:rPr lang="en-US" sz="1350" b="1" i="0" u="none" strike="noStrike" cap="none" dirty="0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lang="en-US" sz="1350" b="1" i="0" u="none" strike="noStrike" cap="none" dirty="0" err="1">
                  <a:solidFill>
                    <a:srgbClr val="2DD4B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향상</a:t>
              </a:r>
              <a:endParaRPr dirty="0"/>
            </a:p>
          </p:txBody>
        </p:sp>
        <p:pic>
          <p:nvPicPr>
            <p:cNvPr id="235" name="Google Shape;235;p19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6774" y="3210073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F780D71-4E06-C3A0-8A18-8BD696CEFAAB}"/>
              </a:ext>
            </a:extLst>
          </p:cNvPr>
          <p:cNvGrpSpPr/>
          <p:nvPr/>
        </p:nvGrpSpPr>
        <p:grpSpPr>
          <a:xfrm>
            <a:off x="6471394" y="2781448"/>
            <a:ext cx="4989407" cy="3505051"/>
            <a:chOff x="6471394" y="2781448"/>
            <a:chExt cx="4989407" cy="3505051"/>
          </a:xfrm>
        </p:grpSpPr>
        <p:pic>
          <p:nvPicPr>
            <p:cNvPr id="4" name="Google Shape;223;p19" descr="image.png">
              <a:extLst>
                <a:ext uri="{FF2B5EF4-FFF2-40B4-BE49-F238E27FC236}">
                  <a16:creationId xmlns:a16="http://schemas.microsoft.com/office/drawing/2014/main" id="{02FC587C-4FF3-FB04-ADED-778C3B14E32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71394" y="2781448"/>
              <a:ext cx="4989407" cy="35050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EA9B9355-61E4-C959-040A-7CF5068FDB26}"/>
                </a:ext>
              </a:extLst>
            </p:cNvPr>
            <p:cNvGrpSpPr/>
            <p:nvPr/>
          </p:nvGrpSpPr>
          <p:grpSpPr>
            <a:xfrm>
              <a:off x="6752966" y="3210073"/>
              <a:ext cx="4274021" cy="2168771"/>
              <a:chOff x="4359324" y="3210073"/>
              <a:chExt cx="4274021" cy="2168771"/>
            </a:xfrm>
          </p:grpSpPr>
          <p:sp>
            <p:nvSpPr>
              <p:cNvPr id="229" name="Google Shape;229;p19"/>
              <p:cNvSpPr/>
              <p:nvPr/>
            </p:nvSpPr>
            <p:spPr>
              <a:xfrm>
                <a:off x="4359324" y="4514924"/>
                <a:ext cx="3473500" cy="3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9"/>
              <p:cNvSpPr txBox="1"/>
              <p:nvPr/>
            </p:nvSpPr>
            <p:spPr>
              <a:xfrm>
                <a:off x="4645074" y="3933973"/>
                <a:ext cx="304709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i="0" u="none" strike="noStrike" cap="none">
                    <a:solidFill>
                      <a:srgbClr val="F8FAFC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2. 차원의 저주 해소</a:t>
                </a:r>
                <a:endParaRPr/>
              </a:p>
            </p:txBody>
          </p:sp>
          <p:sp>
            <p:nvSpPr>
              <p:cNvPr id="231" name="Google Shape;231;p19"/>
              <p:cNvSpPr txBox="1"/>
              <p:nvPr/>
            </p:nvSpPr>
            <p:spPr>
              <a:xfrm>
                <a:off x="4645074" y="4381648"/>
                <a:ext cx="3988271" cy="9971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단순히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센서가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많다고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좋은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것이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아님을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확인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.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무의미한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센서를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선제적으로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제거하여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0" i="0" u="none" strike="noStrike" cap="none" dirty="0" err="1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모델의</a:t>
                </a:r>
                <a:r>
                  <a:rPr lang="en-US" sz="1350" b="0" i="0" u="none" strike="noStrike" cap="none" dirty="0">
                    <a:solidFill>
                      <a:srgbClr val="CBD5E1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1" i="0" u="none" strike="noStrike" cap="none" dirty="0" err="1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과적합</a:t>
                </a:r>
                <a:r>
                  <a:rPr 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(Overfitting) </a:t>
                </a:r>
                <a:r>
                  <a:rPr lang="en-US" sz="1350" b="1" i="0" u="none" strike="noStrike" cap="none" dirty="0" err="1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방지</a:t>
                </a:r>
                <a:r>
                  <a:rPr 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ko-KR" alt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및</a:t>
                </a:r>
                <a:r>
                  <a:rPr 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1" i="0" u="none" strike="noStrike" cap="none" dirty="0" err="1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학습</a:t>
                </a:r>
                <a:r>
                  <a:rPr 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1" i="0" u="none" strike="noStrike" cap="none" dirty="0" err="1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속도</a:t>
                </a:r>
                <a:r>
                  <a:rPr lang="en-US" sz="1350" b="1" i="0" u="none" strike="noStrike" cap="none" dirty="0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</a:t>
                </a:r>
                <a:r>
                  <a:rPr lang="en-US" sz="1350" b="1" i="0" u="none" strike="noStrike" cap="none" dirty="0" err="1">
                    <a:solidFill>
                      <a:srgbClr val="2DD4B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개선</a:t>
                </a:r>
                <a:endParaRPr dirty="0"/>
              </a:p>
            </p:txBody>
          </p:sp>
          <p:pic>
            <p:nvPicPr>
              <p:cNvPr id="236" name="Google Shape;236;p19" descr="image.p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45073" y="3210073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9" name="Google Shape;239;p19"/>
          <p:cNvSpPr txBox="1"/>
          <p:nvPr/>
        </p:nvSpPr>
        <p:spPr>
          <a:xfrm>
            <a:off x="571500" y="1705123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결론 및 기대 효과 </a:t>
            </a:r>
            <a:r>
              <a:rPr lang="en-US" sz="31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(Conclusion)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571500" y="2381398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711</Words>
  <Application>Microsoft Office PowerPoint</Application>
  <PresentationFormat>와이드스크린</PresentationFormat>
  <Paragraphs>61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Calibri</vt:lpstr>
      <vt:lpstr>Poppins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이한울</cp:lastModifiedBy>
  <cp:revision>1</cp:revision>
  <dcterms:modified xsi:type="dcterms:W3CDTF">2026-03-17T11:58:53Z</dcterms:modified>
</cp:coreProperties>
</file>