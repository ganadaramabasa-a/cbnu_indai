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A147"/>
    <a:srgbClr val="155FEB"/>
    <a:srgbClr val="DB4E74"/>
    <a:srgbClr val="453C4D"/>
    <a:srgbClr val="FFFFFF"/>
    <a:srgbClr val="FCC842"/>
    <a:srgbClr val="B34C06"/>
    <a:srgbClr val="FFFBEB"/>
    <a:srgbClr val="22789F"/>
    <a:srgbClr val="C3F0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AA38B8-0A8F-4C8B-881E-4ADC5F205FA8}" v="42" dt="2025-12-02T07:54:19.636"/>
    <p1510:client id="{977F6610-D12D-4ECE-8BD9-4082C89A0A13}" v="2" dt="2025-12-02T09:47:00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5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한울" userId="6b68113f-130c-4b5b-be79-d122776f77ec" providerId="ADAL" clId="{50F36C8F-82A7-4DEA-9B9A-6AD1C64B5DF1}"/>
    <pc:docChg chg="undo custSel addSld delSld modSld sldOrd">
      <pc:chgData name="이한울" userId="6b68113f-130c-4b5b-be79-d122776f77ec" providerId="ADAL" clId="{50F36C8F-82A7-4DEA-9B9A-6AD1C64B5DF1}" dt="2025-12-02T07:56:23.961" v="850" actId="47"/>
      <pc:docMkLst>
        <pc:docMk/>
      </pc:docMkLst>
      <pc:sldChg chg="addSp delSp modSp del mod">
        <pc:chgData name="이한울" userId="6b68113f-130c-4b5b-be79-d122776f77ec" providerId="ADAL" clId="{50F36C8F-82A7-4DEA-9B9A-6AD1C64B5DF1}" dt="2025-12-02T04:43:28.841" v="454" actId="47"/>
        <pc:sldMkLst>
          <pc:docMk/>
          <pc:sldMk cId="2178345436" sldId="258"/>
        </pc:sldMkLst>
        <pc:spChg chg="add del mod">
          <ac:chgData name="이한울" userId="6b68113f-130c-4b5b-be79-d122776f77ec" providerId="ADAL" clId="{50F36C8F-82A7-4DEA-9B9A-6AD1C64B5DF1}" dt="2025-12-02T04:39:13.198" v="260" actId="21"/>
          <ac:spMkLst>
            <pc:docMk/>
            <pc:sldMk cId="2178345436" sldId="258"/>
            <ac:spMk id="2" creationId="{02A255CE-0AA6-DFFE-528C-FE3A0EA1592C}"/>
          </ac:spMkLst>
        </pc:spChg>
        <pc:spChg chg="add del mod">
          <ac:chgData name="이한울" userId="6b68113f-130c-4b5b-be79-d122776f77ec" providerId="ADAL" clId="{50F36C8F-82A7-4DEA-9B9A-6AD1C64B5DF1}" dt="2025-12-02T04:38:02.866" v="145" actId="478"/>
          <ac:spMkLst>
            <pc:docMk/>
            <pc:sldMk cId="2178345436" sldId="258"/>
            <ac:spMk id="3" creationId="{96049639-7AC7-160C-0FB7-5DD62652C3A1}"/>
          </ac:spMkLst>
        </pc:spChg>
        <pc:spChg chg="add del mod">
          <ac:chgData name="이한울" userId="6b68113f-130c-4b5b-be79-d122776f77ec" providerId="ADAL" clId="{50F36C8F-82A7-4DEA-9B9A-6AD1C64B5DF1}" dt="2025-12-02T04:39:13.198" v="260" actId="21"/>
          <ac:spMkLst>
            <pc:docMk/>
            <pc:sldMk cId="2178345436" sldId="258"/>
            <ac:spMk id="4" creationId="{D86C8A39-2FE3-30B7-2F07-594FC89D8E26}"/>
          </ac:spMkLst>
        </pc:spChg>
        <pc:picChg chg="mod">
          <ac:chgData name="이한울" userId="6b68113f-130c-4b5b-be79-d122776f77ec" providerId="ADAL" clId="{50F36C8F-82A7-4DEA-9B9A-6AD1C64B5DF1}" dt="2025-12-02T04:39:00.139" v="256" actId="1076"/>
          <ac:picMkLst>
            <pc:docMk/>
            <pc:sldMk cId="2178345436" sldId="258"/>
            <ac:picMk id="5" creationId="{EA23F6BA-60FC-25C4-085B-46805B2C5F93}"/>
          </ac:picMkLst>
        </pc:picChg>
        <pc:cxnChg chg="add del mod">
          <ac:chgData name="이한울" userId="6b68113f-130c-4b5b-be79-d122776f77ec" providerId="ADAL" clId="{50F36C8F-82A7-4DEA-9B9A-6AD1C64B5DF1}" dt="2025-12-02T04:42:50.503" v="445" actId="21"/>
          <ac:cxnSpMkLst>
            <pc:docMk/>
            <pc:sldMk cId="2178345436" sldId="258"/>
            <ac:cxnSpMk id="7" creationId="{92FF6637-07CA-D711-BF58-BA72D29B7ECA}"/>
          </ac:cxnSpMkLst>
        </pc:cxnChg>
      </pc:sldChg>
      <pc:sldChg chg="del">
        <pc:chgData name="이한울" userId="6b68113f-130c-4b5b-be79-d122776f77ec" providerId="ADAL" clId="{50F36C8F-82A7-4DEA-9B9A-6AD1C64B5DF1}" dt="2025-12-02T07:55:00.916" v="811" actId="47"/>
        <pc:sldMkLst>
          <pc:docMk/>
          <pc:sldMk cId="2572161031" sldId="259"/>
        </pc:sldMkLst>
      </pc:sldChg>
      <pc:sldChg chg="del">
        <pc:chgData name="이한울" userId="6b68113f-130c-4b5b-be79-d122776f77ec" providerId="ADAL" clId="{50F36C8F-82A7-4DEA-9B9A-6AD1C64B5DF1}" dt="2025-12-02T07:56:23.961" v="850" actId="47"/>
        <pc:sldMkLst>
          <pc:docMk/>
          <pc:sldMk cId="2296428506" sldId="260"/>
        </pc:sldMkLst>
      </pc:sldChg>
      <pc:sldChg chg="modSp mod setBg">
        <pc:chgData name="이한울" userId="6b68113f-130c-4b5b-be79-d122776f77ec" providerId="ADAL" clId="{50F36C8F-82A7-4DEA-9B9A-6AD1C64B5DF1}" dt="2025-12-02T04:44:35.038" v="539" actId="113"/>
        <pc:sldMkLst>
          <pc:docMk/>
          <pc:sldMk cId="2862656377" sldId="261"/>
        </pc:sldMkLst>
        <pc:spChg chg="mod">
          <ac:chgData name="이한울" userId="6b68113f-130c-4b5b-be79-d122776f77ec" providerId="ADAL" clId="{50F36C8F-82A7-4DEA-9B9A-6AD1C64B5DF1}" dt="2025-12-02T04:44:35.038" v="539" actId="113"/>
          <ac:spMkLst>
            <pc:docMk/>
            <pc:sldMk cId="2862656377" sldId="261"/>
            <ac:spMk id="6" creationId="{1083FDCF-80DC-3B65-6600-0138E555127C}"/>
          </ac:spMkLst>
        </pc:spChg>
      </pc:sldChg>
      <pc:sldChg chg="addSp delSp modSp new mod ord setBg">
        <pc:chgData name="이한울" userId="6b68113f-130c-4b5b-be79-d122776f77ec" providerId="ADAL" clId="{50F36C8F-82A7-4DEA-9B9A-6AD1C64B5DF1}" dt="2025-12-02T04:44:33.312" v="538" actId="113"/>
        <pc:sldMkLst>
          <pc:docMk/>
          <pc:sldMk cId="3830960303" sldId="262"/>
        </pc:sldMkLst>
        <pc:spChg chg="del">
          <ac:chgData name="이한울" userId="6b68113f-130c-4b5b-be79-d122776f77ec" providerId="ADAL" clId="{50F36C8F-82A7-4DEA-9B9A-6AD1C64B5DF1}" dt="2025-12-02T04:34:29.043" v="7" actId="478"/>
          <ac:spMkLst>
            <pc:docMk/>
            <pc:sldMk cId="3830960303" sldId="262"/>
            <ac:spMk id="2" creationId="{3CF9ED57-697E-548D-8556-7B4E6C03E284}"/>
          </ac:spMkLst>
        </pc:spChg>
        <pc:spChg chg="del">
          <ac:chgData name="이한울" userId="6b68113f-130c-4b5b-be79-d122776f77ec" providerId="ADAL" clId="{50F36C8F-82A7-4DEA-9B9A-6AD1C64B5DF1}" dt="2025-12-02T04:34:29.043" v="7" actId="478"/>
          <ac:spMkLst>
            <pc:docMk/>
            <pc:sldMk cId="3830960303" sldId="262"/>
            <ac:spMk id="3" creationId="{BF4B314B-E276-D2BC-A4F9-91CFAD609FAB}"/>
          </ac:spMkLst>
        </pc:spChg>
        <pc:spChg chg="add mod">
          <ac:chgData name="이한울" userId="6b68113f-130c-4b5b-be79-d122776f77ec" providerId="ADAL" clId="{50F36C8F-82A7-4DEA-9B9A-6AD1C64B5DF1}" dt="2025-12-02T04:34:48.848" v="8"/>
          <ac:spMkLst>
            <pc:docMk/>
            <pc:sldMk cId="3830960303" sldId="262"/>
            <ac:spMk id="4" creationId="{806778E5-8FD2-0AD1-CD49-77949CC3906A}"/>
          </ac:spMkLst>
        </pc:spChg>
        <pc:spChg chg="add mod">
          <ac:chgData name="이한울" userId="6b68113f-130c-4b5b-be79-d122776f77ec" providerId="ADAL" clId="{50F36C8F-82A7-4DEA-9B9A-6AD1C64B5DF1}" dt="2025-12-02T04:44:33.312" v="538" actId="113"/>
          <ac:spMkLst>
            <pc:docMk/>
            <pc:sldMk cId="3830960303" sldId="262"/>
            <ac:spMk id="5" creationId="{6B19CB4C-1CE9-5590-DC95-4E954B66555B}"/>
          </ac:spMkLst>
        </pc:spChg>
        <pc:spChg chg="add mod">
          <ac:chgData name="이한울" userId="6b68113f-130c-4b5b-be79-d122776f77ec" providerId="ADAL" clId="{50F36C8F-82A7-4DEA-9B9A-6AD1C64B5DF1}" dt="2025-12-02T04:37:04.436" v="137" actId="20577"/>
          <ac:spMkLst>
            <pc:docMk/>
            <pc:sldMk cId="3830960303" sldId="262"/>
            <ac:spMk id="7" creationId="{5DB079A8-7328-E257-5839-40CD435D35D4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9" creationId="{02A255CE-0AA6-DFFE-528C-FE3A0EA1592C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10" creationId="{D86C8A39-2FE3-30B7-2F07-594FC89D8E26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11" creationId="{FA16E20F-5126-3B85-B21D-AF1DA7E72FCC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12" creationId="{03F3F774-E35D-03CB-3E68-EBA72BCDB77E}"/>
          </ac:spMkLst>
        </pc:spChg>
        <pc:picChg chg="add del mod">
          <ac:chgData name="이한울" userId="6b68113f-130c-4b5b-be79-d122776f77ec" providerId="ADAL" clId="{50F36C8F-82A7-4DEA-9B9A-6AD1C64B5DF1}" dt="2025-12-02T04:41:33.678" v="436" actId="478"/>
          <ac:picMkLst>
            <pc:docMk/>
            <pc:sldMk cId="3830960303" sldId="262"/>
            <ac:picMk id="8" creationId="{9F559771-65D7-AEB4-B918-8D76ACEFF234}"/>
          </ac:picMkLst>
        </pc:picChg>
        <pc:cxnChg chg="add mod">
          <ac:chgData name="이한울" userId="6b68113f-130c-4b5b-be79-d122776f77ec" providerId="ADAL" clId="{50F36C8F-82A7-4DEA-9B9A-6AD1C64B5DF1}" dt="2025-12-02T04:34:48.848" v="8"/>
          <ac:cxnSpMkLst>
            <pc:docMk/>
            <pc:sldMk cId="3830960303" sldId="262"/>
            <ac:cxnSpMk id="6" creationId="{D0D54C99-4452-CBC2-021F-707851F5C666}"/>
          </ac:cxnSpMkLst>
        </pc:cxnChg>
        <pc:cxnChg chg="add mod">
          <ac:chgData name="이한울" userId="6b68113f-130c-4b5b-be79-d122776f77ec" providerId="ADAL" clId="{50F36C8F-82A7-4DEA-9B9A-6AD1C64B5DF1}" dt="2025-12-02T04:43:18.449" v="451" actId="1076"/>
          <ac:cxnSpMkLst>
            <pc:docMk/>
            <pc:sldMk cId="3830960303" sldId="262"/>
            <ac:cxnSpMk id="13" creationId="{92FF6637-07CA-D711-BF58-BA72D29B7ECA}"/>
          </ac:cxnSpMkLst>
        </pc:cxnChg>
        <pc:cxnChg chg="add mod">
          <ac:chgData name="이한울" userId="6b68113f-130c-4b5b-be79-d122776f77ec" providerId="ADAL" clId="{50F36C8F-82A7-4DEA-9B9A-6AD1C64B5DF1}" dt="2025-12-02T04:43:21.517" v="452" actId="571"/>
          <ac:cxnSpMkLst>
            <pc:docMk/>
            <pc:sldMk cId="3830960303" sldId="262"/>
            <ac:cxnSpMk id="15" creationId="{4EE022C5-037F-10BE-4233-0A86696A6582}"/>
          </ac:cxnSpMkLst>
        </pc:cxnChg>
        <pc:cxnChg chg="add mod">
          <ac:chgData name="이한울" userId="6b68113f-130c-4b5b-be79-d122776f77ec" providerId="ADAL" clId="{50F36C8F-82A7-4DEA-9B9A-6AD1C64B5DF1}" dt="2025-12-02T04:43:24.050" v="453" actId="571"/>
          <ac:cxnSpMkLst>
            <pc:docMk/>
            <pc:sldMk cId="3830960303" sldId="262"/>
            <ac:cxnSpMk id="16" creationId="{CFE6DC63-461A-F959-93C6-1DD273E0D8DA}"/>
          </ac:cxnSpMkLst>
        </pc:cxnChg>
      </pc:sldChg>
      <pc:sldChg chg="new del">
        <pc:chgData name="이한울" userId="6b68113f-130c-4b5b-be79-d122776f77ec" providerId="ADAL" clId="{50F36C8F-82A7-4DEA-9B9A-6AD1C64B5DF1}" dt="2025-12-02T04:38:32.112" v="187" actId="680"/>
        <pc:sldMkLst>
          <pc:docMk/>
          <pc:sldMk cId="982292277" sldId="263"/>
        </pc:sldMkLst>
      </pc:sldChg>
      <pc:sldChg chg="addSp delSp modSp new mod ord setBg">
        <pc:chgData name="이한울" userId="6b68113f-130c-4b5b-be79-d122776f77ec" providerId="ADAL" clId="{50F36C8F-82A7-4DEA-9B9A-6AD1C64B5DF1}" dt="2025-12-02T07:56:18.175" v="849" actId="1076"/>
        <pc:sldMkLst>
          <pc:docMk/>
          <pc:sldMk cId="2667498715" sldId="263"/>
        </pc:sldMkLst>
        <pc:spChg chg="del">
          <ac:chgData name="이한울" userId="6b68113f-130c-4b5b-be79-d122776f77ec" providerId="ADAL" clId="{50F36C8F-82A7-4DEA-9B9A-6AD1C64B5DF1}" dt="2025-12-02T04:43:34.693" v="458" actId="478"/>
          <ac:spMkLst>
            <pc:docMk/>
            <pc:sldMk cId="2667498715" sldId="263"/>
            <ac:spMk id="2" creationId="{CBF50228-1D01-9044-A1C5-B6ACA821424C}"/>
          </ac:spMkLst>
        </pc:spChg>
        <pc:spChg chg="del">
          <ac:chgData name="이한울" userId="6b68113f-130c-4b5b-be79-d122776f77ec" providerId="ADAL" clId="{50F36C8F-82A7-4DEA-9B9A-6AD1C64B5DF1}" dt="2025-12-02T04:43:34.693" v="458" actId="478"/>
          <ac:spMkLst>
            <pc:docMk/>
            <pc:sldMk cId="2667498715" sldId="263"/>
            <ac:spMk id="3" creationId="{EEBC2B93-6DDF-F0D3-2619-284574FE058A}"/>
          </ac:spMkLst>
        </pc:spChg>
        <pc:spChg chg="add mod">
          <ac:chgData name="이한울" userId="6b68113f-130c-4b5b-be79-d122776f77ec" providerId="ADAL" clId="{50F36C8F-82A7-4DEA-9B9A-6AD1C64B5DF1}" dt="2025-12-02T04:43:50.254" v="460"/>
          <ac:spMkLst>
            <pc:docMk/>
            <pc:sldMk cId="2667498715" sldId="263"/>
            <ac:spMk id="4" creationId="{67524A5D-7ED1-C6E0-7B13-7554A876F153}"/>
          </ac:spMkLst>
        </pc:spChg>
        <pc:spChg chg="add mod">
          <ac:chgData name="이한울" userId="6b68113f-130c-4b5b-be79-d122776f77ec" providerId="ADAL" clId="{50F36C8F-82A7-4DEA-9B9A-6AD1C64B5DF1}" dt="2025-12-02T04:44:31.151" v="537" actId="113"/>
          <ac:spMkLst>
            <pc:docMk/>
            <pc:sldMk cId="2667498715" sldId="263"/>
            <ac:spMk id="5" creationId="{3CB57F96-DDED-1273-6D7F-0438D3370EF9}"/>
          </ac:spMkLst>
        </pc:spChg>
        <pc:spChg chg="add mod">
          <ac:chgData name="이한울" userId="6b68113f-130c-4b5b-be79-d122776f77ec" providerId="ADAL" clId="{50F36C8F-82A7-4DEA-9B9A-6AD1C64B5DF1}" dt="2025-12-02T04:45:15.152" v="562" actId="20577"/>
          <ac:spMkLst>
            <pc:docMk/>
            <pc:sldMk cId="2667498715" sldId="263"/>
            <ac:spMk id="7" creationId="{823B0A7D-9398-56C4-BE8C-14DD5C3E6EBF}"/>
          </ac:spMkLst>
        </pc:spChg>
        <pc:spChg chg="add mo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9" creationId="{ADA65095-BCEC-2CB2-4CF9-A80AF7538942}"/>
          </ac:spMkLst>
        </pc:spChg>
        <pc:spChg chg="add del mod">
          <ac:chgData name="이한울" userId="6b68113f-130c-4b5b-be79-d122776f77ec" providerId="ADAL" clId="{50F36C8F-82A7-4DEA-9B9A-6AD1C64B5DF1}" dt="2025-12-02T07:40:42.579" v="618" actId="478"/>
          <ac:spMkLst>
            <pc:docMk/>
            <pc:sldMk cId="2667498715" sldId="263"/>
            <ac:spMk id="10" creationId="{A5899B71-7410-329F-455B-CA56C9199B28}"/>
          </ac:spMkLst>
        </pc:spChg>
        <pc:spChg chg="add del mod">
          <ac:chgData name="이한울" userId="6b68113f-130c-4b5b-be79-d122776f77ec" providerId="ADAL" clId="{50F36C8F-82A7-4DEA-9B9A-6AD1C64B5DF1}" dt="2025-12-02T07:40:37.166" v="617" actId="478"/>
          <ac:spMkLst>
            <pc:docMk/>
            <pc:sldMk cId="2667498715" sldId="263"/>
            <ac:spMk id="11" creationId="{C81000C6-12B9-A882-4008-33069F85B494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2" creationId="{75DA3277-C6D3-0823-0634-2C078979D0FA}"/>
          </ac:spMkLst>
        </pc:spChg>
        <pc:spChg chg="add mod">
          <ac:chgData name="이한울" userId="6b68113f-130c-4b5b-be79-d122776f77ec" providerId="ADAL" clId="{50F36C8F-82A7-4DEA-9B9A-6AD1C64B5DF1}" dt="2025-12-02T07:43:11.218" v="651" actId="571"/>
          <ac:spMkLst>
            <pc:docMk/>
            <pc:sldMk cId="2667498715" sldId="263"/>
            <ac:spMk id="13" creationId="{97F95630-CFD5-E324-AF4E-1933A40BE008}"/>
          </ac:spMkLst>
        </pc:spChg>
        <pc:spChg chg="add mod">
          <ac:chgData name="이한울" userId="6b68113f-130c-4b5b-be79-d122776f77ec" providerId="ADAL" clId="{50F36C8F-82A7-4DEA-9B9A-6AD1C64B5DF1}" dt="2025-12-02T07:43:11.218" v="651" actId="571"/>
          <ac:spMkLst>
            <pc:docMk/>
            <pc:sldMk cId="2667498715" sldId="263"/>
            <ac:spMk id="14" creationId="{B4EC89E0-A07D-BD0C-C2F2-7616B2F5830B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5" creationId="{67AC80CC-34DF-64DF-197D-E45D616458B1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6" creationId="{F596DAA6-D7E6-0A85-BA3B-13B8F1524183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7" creationId="{797D4C91-A662-AEF3-08E8-4380FA9606C2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8" creationId="{F1D422AE-584B-485B-8647-F7D5A4E640EA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9" creationId="{2E862ED9-A5CD-6A4E-D1D3-2BA346E8BA78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20" creationId="{E37AAE45-50C5-5A70-8B50-EC07C7D55BB0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21" creationId="{428FD223-A7B0-8F55-D11D-3F7DD23291EB}"/>
          </ac:spMkLst>
        </pc:spChg>
        <pc:spChg chg="add mod">
          <ac:chgData name="이한울" userId="6b68113f-130c-4b5b-be79-d122776f77ec" providerId="ADAL" clId="{50F36C8F-82A7-4DEA-9B9A-6AD1C64B5DF1}" dt="2025-12-02T07:56:15.272" v="848" actId="1076"/>
          <ac:spMkLst>
            <pc:docMk/>
            <pc:sldMk cId="2667498715" sldId="263"/>
            <ac:spMk id="22" creationId="{2EA9C152-A687-320D-11A8-F1D7709C688A}"/>
          </ac:spMkLst>
        </pc:spChg>
        <pc:grpChg chg="add mod">
          <ac:chgData name="이한울" userId="6b68113f-130c-4b5b-be79-d122776f77ec" providerId="ADAL" clId="{50F36C8F-82A7-4DEA-9B9A-6AD1C64B5DF1}" dt="2025-12-02T07:56:18.175" v="849" actId="1076"/>
          <ac:grpSpMkLst>
            <pc:docMk/>
            <pc:sldMk cId="2667498715" sldId="263"/>
            <ac:grpSpMk id="23" creationId="{2EF0221C-03D0-E9B5-1CCD-9BC02DCC715A}"/>
          </ac:grpSpMkLst>
        </pc:grpChg>
        <pc:picChg chg="add del mod">
          <ac:chgData name="이한울" userId="6b68113f-130c-4b5b-be79-d122776f77ec" providerId="ADAL" clId="{50F36C8F-82A7-4DEA-9B9A-6AD1C64B5DF1}" dt="2025-12-02T07:55:51.111" v="817" actId="478"/>
          <ac:picMkLst>
            <pc:docMk/>
            <pc:sldMk cId="2667498715" sldId="263"/>
            <ac:picMk id="8" creationId="{E0066E7F-9699-0711-2F55-07829512F140}"/>
          </ac:picMkLst>
        </pc:picChg>
        <pc:cxnChg chg="add mod">
          <ac:chgData name="이한울" userId="6b68113f-130c-4b5b-be79-d122776f77ec" providerId="ADAL" clId="{50F36C8F-82A7-4DEA-9B9A-6AD1C64B5DF1}" dt="2025-12-02T04:43:50.254" v="460"/>
          <ac:cxnSpMkLst>
            <pc:docMk/>
            <pc:sldMk cId="2667498715" sldId="263"/>
            <ac:cxnSpMk id="6" creationId="{9A21BE1E-A7FA-7B7A-913F-9816C5FCF9A0}"/>
          </ac:cxnSpMkLst>
        </pc:cxnChg>
      </pc:sldChg>
    </pc:docChg>
  </pc:docChgLst>
  <pc:docChgLst>
    <pc:chgData name="이한울" userId="6b68113f-130c-4b5b-be79-d122776f77ec" providerId="ADAL" clId="{41991518-3E8B-4DB2-898B-9CC25729673A}"/>
    <pc:docChg chg="custSel addSld delSld modSld">
      <pc:chgData name="이한울" userId="6b68113f-130c-4b5b-be79-d122776f77ec" providerId="ADAL" clId="{41991518-3E8B-4DB2-898B-9CC25729673A}" dt="2025-11-25T10:25:29.683" v="143"/>
      <pc:docMkLst>
        <pc:docMk/>
      </pc:docMkLst>
    </pc:docChg>
  </pc:docChgLst>
  <pc:docChgLst>
    <pc:chgData name="이한울" userId="6b68113f-130c-4b5b-be79-d122776f77ec" providerId="ADAL" clId="{44A545ED-71DC-4521-9A3F-1E5E487DB1F8}"/>
    <pc:docChg chg="undo custSel addSld delSld modSld">
      <pc:chgData name="이한울" userId="6b68113f-130c-4b5b-be79-d122776f77ec" providerId="ADAL" clId="{44A545ED-71DC-4521-9A3F-1E5E487DB1F8}" dt="2025-12-02T09:47:00.768" v="587"/>
      <pc:docMkLst>
        <pc:docMk/>
      </pc:docMkLst>
      <pc:sldChg chg="addSp delSp modSp new mod setBg">
        <pc:chgData name="이한울" userId="6b68113f-130c-4b5b-be79-d122776f77ec" providerId="ADAL" clId="{44A545ED-71DC-4521-9A3F-1E5E487DB1F8}" dt="2025-11-25T10:53:50.285" v="495" actId="1036"/>
        <pc:sldMkLst>
          <pc:docMk/>
          <pc:sldMk cId="2862656377" sldId="261"/>
        </pc:sldMkLst>
        <pc:spChg chg="add mod">
          <ac:chgData name="이한울" userId="6b68113f-130c-4b5b-be79-d122776f77ec" providerId="ADAL" clId="{44A545ED-71DC-4521-9A3F-1E5E487DB1F8}" dt="2025-11-25T10:29:42.718" v="109" actId="14861"/>
          <ac:spMkLst>
            <pc:docMk/>
            <pc:sldMk cId="2862656377" sldId="261"/>
            <ac:spMk id="4" creationId="{40CE5D12-0FA1-8AE6-8E0C-EA4E966FF2FE}"/>
          </ac:spMkLst>
        </pc:spChg>
        <pc:spChg chg="add mod">
          <ac:chgData name="이한울" userId="6b68113f-130c-4b5b-be79-d122776f77ec" providerId="ADAL" clId="{44A545ED-71DC-4521-9A3F-1E5E487DB1F8}" dt="2025-11-25T10:32:59.713" v="194" actId="207"/>
          <ac:spMkLst>
            <pc:docMk/>
            <pc:sldMk cId="2862656377" sldId="261"/>
            <ac:spMk id="6" creationId="{1083FDCF-80DC-3B65-6600-0138E555127C}"/>
          </ac:spMkLst>
        </pc:spChg>
        <pc:spChg chg="add mod">
          <ac:chgData name="이한울" userId="6b68113f-130c-4b5b-be79-d122776f77ec" providerId="ADAL" clId="{44A545ED-71DC-4521-9A3F-1E5E487DB1F8}" dt="2025-11-25T10:38:20.044" v="342" actId="1036"/>
          <ac:spMkLst>
            <pc:docMk/>
            <pc:sldMk cId="2862656377" sldId="261"/>
            <ac:spMk id="13" creationId="{EC6789F2-BE53-296D-E11C-2C168A03795F}"/>
          </ac:spMkLst>
        </pc:spChg>
        <pc:spChg chg="add mod">
          <ac:chgData name="이한울" userId="6b68113f-130c-4b5b-be79-d122776f77ec" providerId="ADAL" clId="{44A545ED-71DC-4521-9A3F-1E5E487DB1F8}" dt="2025-11-25T10:39:04.666" v="350" actId="14100"/>
          <ac:spMkLst>
            <pc:docMk/>
            <pc:sldMk cId="2862656377" sldId="261"/>
            <ac:spMk id="14" creationId="{D0288193-1840-C074-C8F3-0706FDA513C5}"/>
          </ac:spMkLst>
        </pc:spChg>
        <pc:spChg chg="add mod">
          <ac:chgData name="이한울" userId="6b68113f-130c-4b5b-be79-d122776f77ec" providerId="ADAL" clId="{44A545ED-71DC-4521-9A3F-1E5E487DB1F8}" dt="2025-11-25T10:39:04.666" v="350" actId="14100"/>
          <ac:spMkLst>
            <pc:docMk/>
            <pc:sldMk cId="2862656377" sldId="261"/>
            <ac:spMk id="15" creationId="{507D6707-1F97-7219-72C7-E5B8DE64C5FE}"/>
          </ac:spMkLst>
        </pc:spChg>
        <pc:spChg chg="add mod">
          <ac:chgData name="이한울" userId="6b68113f-130c-4b5b-be79-d122776f77ec" providerId="ADAL" clId="{44A545ED-71DC-4521-9A3F-1E5E487DB1F8}" dt="2025-11-25T10:41:34.666" v="415"/>
          <ac:spMkLst>
            <pc:docMk/>
            <pc:sldMk cId="2862656377" sldId="261"/>
            <ac:spMk id="16" creationId="{FCF1933B-9A11-7A5C-93FC-6AF4E4A26ABB}"/>
          </ac:spMkLst>
        </pc:spChg>
        <pc:spChg chg="add mod">
          <ac:chgData name="이한울" userId="6b68113f-130c-4b5b-be79-d122776f77ec" providerId="ADAL" clId="{44A545ED-71DC-4521-9A3F-1E5E487DB1F8}" dt="2025-11-25T10:43:03.885" v="432"/>
          <ac:spMkLst>
            <pc:docMk/>
            <pc:sldMk cId="2862656377" sldId="261"/>
            <ac:spMk id="17" creationId="{4D6A1DB0-1E2E-D3B5-4050-088A93E93E12}"/>
          </ac:spMkLst>
        </pc:spChg>
        <pc:spChg chg="add mod">
          <ac:chgData name="이한울" userId="6b68113f-130c-4b5b-be79-d122776f77ec" providerId="ADAL" clId="{44A545ED-71DC-4521-9A3F-1E5E487DB1F8}" dt="2025-11-25T10:52:46.329" v="447"/>
          <ac:spMkLst>
            <pc:docMk/>
            <pc:sldMk cId="2862656377" sldId="261"/>
            <ac:spMk id="18" creationId="{D4150F97-D92E-1365-C05E-2557FCE6E5FD}"/>
          </ac:spMkLst>
        </pc:spChg>
        <pc:spChg chg="add mod">
          <ac:chgData name="이한울" userId="6b68113f-130c-4b5b-be79-d122776f77ec" providerId="ADAL" clId="{44A545ED-71DC-4521-9A3F-1E5E487DB1F8}" dt="2025-11-25T10:52:46.329" v="447"/>
          <ac:spMkLst>
            <pc:docMk/>
            <pc:sldMk cId="2862656377" sldId="261"/>
            <ac:spMk id="19" creationId="{EFC3ED5C-A7EB-55D5-438C-DA9C8E185D8A}"/>
          </ac:spMkLst>
        </pc:spChg>
        <pc:spChg chg="add mod">
          <ac:chgData name="이한울" userId="6b68113f-130c-4b5b-be79-d122776f77ec" providerId="ADAL" clId="{44A545ED-71DC-4521-9A3F-1E5E487DB1F8}" dt="2025-11-25T10:53:50.285" v="495" actId="1036"/>
          <ac:spMkLst>
            <pc:docMk/>
            <pc:sldMk cId="2862656377" sldId="261"/>
            <ac:spMk id="20" creationId="{EB44A13C-B096-C2BF-97C4-30C6A41B157F}"/>
          </ac:spMkLst>
        </pc:spChg>
        <pc:spChg chg="add mod">
          <ac:chgData name="이한울" userId="6b68113f-130c-4b5b-be79-d122776f77ec" providerId="ADAL" clId="{44A545ED-71DC-4521-9A3F-1E5E487DB1F8}" dt="2025-11-25T10:53:50.285" v="495" actId="1036"/>
          <ac:spMkLst>
            <pc:docMk/>
            <pc:sldMk cId="2862656377" sldId="261"/>
            <ac:spMk id="21" creationId="{41E23638-321A-2A3D-767D-41F192EB434F}"/>
          </ac:spMkLst>
        </pc:spChg>
        <pc:cxnChg chg="add mod">
          <ac:chgData name="이한울" userId="6b68113f-130c-4b5b-be79-d122776f77ec" providerId="ADAL" clId="{44A545ED-71DC-4521-9A3F-1E5E487DB1F8}" dt="2025-11-25T10:32:42.273" v="193" actId="1035"/>
          <ac:cxnSpMkLst>
            <pc:docMk/>
            <pc:sldMk cId="2862656377" sldId="261"/>
            <ac:cxnSpMk id="9" creationId="{FA641B4E-24AE-DFCD-A85E-C279FB0F78FE}"/>
          </ac:cxnSpMkLst>
        </pc:cxnChg>
      </pc:sldChg>
      <pc:sldChg chg="modSp mod">
        <pc:chgData name="이한울" userId="6b68113f-130c-4b5b-be79-d122776f77ec" providerId="ADAL" clId="{44A545ED-71DC-4521-9A3F-1E5E487DB1F8}" dt="2025-12-02T09:47:00.768" v="587"/>
        <pc:sldMkLst>
          <pc:docMk/>
          <pc:sldMk cId="2667498715" sldId="263"/>
        </pc:sldMkLst>
        <pc:spChg chg="mod">
          <ac:chgData name="이한울" userId="6b68113f-130c-4b5b-be79-d122776f77ec" providerId="ADAL" clId="{44A545ED-71DC-4521-9A3F-1E5E487DB1F8}" dt="2025-12-02T09:47:00.768" v="587"/>
          <ac:spMkLst>
            <pc:docMk/>
            <pc:sldMk cId="2667498715" sldId="263"/>
            <ac:spMk id="22" creationId="{2EA9C152-A687-320D-11A8-F1D7709C688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1BF58-F202-43B9-A992-BE27F39B23E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F56BA-50BC-4E63-8AE7-FBC110000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714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408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992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7543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96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47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30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5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66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62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68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6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3F95CAA-FE10-41F5-8443-2033884F024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40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81ADD-34C9-7619-8044-3C31A7653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신용카드</a:t>
            </a:r>
            <a:br>
              <a:rPr lang="en-US" altLang="ko-KR"/>
            </a:br>
            <a:r>
              <a:rPr lang="ko-KR" altLang="en-US"/>
              <a:t>이상결제 탐지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1529A-A021-C03D-1B60-29D3C5BA7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2025254004 </a:t>
            </a:r>
            <a:r>
              <a:rPr lang="ko-KR" altLang="en-US"/>
              <a:t>이한울</a:t>
            </a:r>
          </a:p>
        </p:txBody>
      </p:sp>
    </p:spTree>
    <p:extLst>
      <p:ext uri="{BB962C8B-B14F-4D97-AF65-F5344CB8AC3E}">
        <p14:creationId xmlns:p14="http://schemas.microsoft.com/office/powerpoint/2010/main" val="2166905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0CE5D12-0FA1-8AE6-8E0C-EA4E966FF2FE}"/>
              </a:ext>
            </a:extLst>
          </p:cNvPr>
          <p:cNvSpPr/>
          <p:nvPr/>
        </p:nvSpPr>
        <p:spPr>
          <a:xfrm>
            <a:off x="486229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3FDCF-80DC-3B65-6600-0138E555127C}"/>
              </a:ext>
            </a:extLst>
          </p:cNvPr>
          <p:cNvSpPr txBox="1"/>
          <p:nvPr/>
        </p:nvSpPr>
        <p:spPr>
          <a:xfrm>
            <a:off x="674915" y="493487"/>
            <a:ext cx="4174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1.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문제 제기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: 0.172%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의 도전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A641B4E-24AE-DFCD-A85E-C279FB0F78FE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6789F2-BE53-296D-E11C-2C168A03795F}"/>
              </a:ext>
            </a:extLst>
          </p:cNvPr>
          <p:cNvSpPr txBox="1"/>
          <p:nvPr/>
        </p:nvSpPr>
        <p:spPr>
          <a:xfrm>
            <a:off x="674915" y="1339149"/>
            <a:ext cx="95903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본 프로젝트는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Kaggle의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신용카드 거래 데이터를 기반으로 합니다. 이 데이터셋의 핵심 과제는 사기 거래(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Fraud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)가 전체 거래에서 극히 일부만을 차지한다는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극심한 클래스 불균형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입니다. 이는 일반적인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머신러닝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모델이 다수를 차지하는 정상 거래에만 편향되어, 정작 중요한 소수의 사기 거래를 탐지하지 못하는 문제를 야기합니다.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0288193-1840-C074-C8F3-0706FDA513C5}"/>
              </a:ext>
            </a:extLst>
          </p:cNvPr>
          <p:cNvSpPr/>
          <p:nvPr/>
        </p:nvSpPr>
        <p:spPr>
          <a:xfrm>
            <a:off x="915031" y="3033485"/>
            <a:ext cx="2177143" cy="1021938"/>
          </a:xfrm>
          <a:prstGeom prst="roundRect">
            <a:avLst/>
          </a:prstGeom>
          <a:solidFill>
            <a:srgbClr val="EFF6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>
                <a:solidFill>
                  <a:srgbClr val="1E40AF"/>
                </a:solidFill>
                <a:latin typeface="+mj-ea"/>
                <a:ea typeface="+mj-ea"/>
              </a:rPr>
              <a:t>284,807</a:t>
            </a:r>
            <a:endParaRPr lang="en-US" altLang="ko-KR" b="1">
              <a:solidFill>
                <a:srgbClr val="1E40AF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200">
                <a:solidFill>
                  <a:srgbClr val="4472EB"/>
                </a:solidFill>
                <a:latin typeface="+mj-ea"/>
                <a:ea typeface="+mj-ea"/>
              </a:rPr>
              <a:t>총 거래 건수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07D6707-1F97-7219-72C7-E5B8DE64C5FE}"/>
              </a:ext>
            </a:extLst>
          </p:cNvPr>
          <p:cNvSpPr/>
          <p:nvPr/>
        </p:nvSpPr>
        <p:spPr>
          <a:xfrm>
            <a:off x="3313846" y="3033485"/>
            <a:ext cx="2177143" cy="1021938"/>
          </a:xfrm>
          <a:prstGeom prst="roundRect">
            <a:avLst/>
          </a:prstGeom>
          <a:solidFill>
            <a:srgbClr val="FEF2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>
                <a:solidFill>
                  <a:srgbClr val="991B1B"/>
                </a:solidFill>
                <a:latin typeface="+mj-ea"/>
                <a:ea typeface="+mj-ea"/>
              </a:rPr>
              <a:t>284,807</a:t>
            </a:r>
            <a:endParaRPr lang="en-US" altLang="ko-KR" b="1">
              <a:solidFill>
                <a:srgbClr val="991B1B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200">
                <a:solidFill>
                  <a:srgbClr val="E12923"/>
                </a:solidFill>
                <a:latin typeface="+mj-ea"/>
                <a:ea typeface="+mj-ea"/>
              </a:rPr>
              <a:t>총 거래 건수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F1933B-9A11-7A5C-93FC-6AF4E4A26ABB}"/>
              </a:ext>
            </a:extLst>
          </p:cNvPr>
          <p:cNvSpPr txBox="1"/>
          <p:nvPr/>
        </p:nvSpPr>
        <p:spPr>
          <a:xfrm>
            <a:off x="841655" y="4310310"/>
            <a:ext cx="4947526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데이터 불균형의 심각성</a:t>
            </a:r>
            <a:endParaRPr lang="en-US" altLang="ko-KR" b="1"/>
          </a:p>
          <a:p>
            <a:endParaRPr lang="ko-KR" altLang="en-US" sz="900" b="1"/>
          </a:p>
          <a:p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위 도넛 차트는 전체 거래 중 사기 거래가 </a:t>
            </a:r>
            <a:r>
              <a:rPr lang="ko-KR" altLang="en-US" sz="1400" b="1">
                <a:solidFill>
                  <a:srgbClr val="DC2424"/>
                </a:solidFill>
              </a:rPr>
              <a:t>단 0.172%</a:t>
            </a:r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에 불과함을 보여줍니다. 만약 모델이 모든 거래를 </a:t>
            </a: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정상</a:t>
            </a: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이라고만 예측해도 99.828%의 정확도를 달성하게 됩니다. 따라서, 단순 정확도(</a:t>
            </a:r>
            <a:r>
              <a:rPr lang="ko-KR" altLang="en-US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Accuracy</a:t>
            </a:r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)는 이 문제에서 완전히 무의미한 평가 지표가 됩니다.</a:t>
            </a:r>
          </a:p>
        </p:txBody>
      </p:sp>
      <p:sp>
        <p:nvSpPr>
          <p:cNvPr id="17" name="막힌 원호 16">
            <a:extLst>
              <a:ext uri="{FF2B5EF4-FFF2-40B4-BE49-F238E27FC236}">
                <a16:creationId xmlns:a16="http://schemas.microsoft.com/office/drawing/2014/main" id="{4D6A1DB0-1E2E-D3B5-4050-088A93E93E12}"/>
              </a:ext>
            </a:extLst>
          </p:cNvPr>
          <p:cNvSpPr/>
          <p:nvPr/>
        </p:nvSpPr>
        <p:spPr>
          <a:xfrm>
            <a:off x="6431079" y="2585754"/>
            <a:ext cx="3379040" cy="3337118"/>
          </a:xfrm>
          <a:prstGeom prst="blockArc">
            <a:avLst>
              <a:gd name="adj1" fmla="val 16171977"/>
              <a:gd name="adj2" fmla="val 16034217"/>
              <a:gd name="adj3" fmla="val 14153"/>
            </a:avLst>
          </a:prstGeom>
          <a:solidFill>
            <a:srgbClr val="0883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150F97-D92E-1365-C05E-2557FCE6E5FD}"/>
              </a:ext>
            </a:extLst>
          </p:cNvPr>
          <p:cNvSpPr/>
          <p:nvPr/>
        </p:nvSpPr>
        <p:spPr>
          <a:xfrm>
            <a:off x="6689453" y="6043518"/>
            <a:ext cx="401690" cy="121113"/>
          </a:xfrm>
          <a:prstGeom prst="rect">
            <a:avLst/>
          </a:prstGeom>
          <a:solidFill>
            <a:srgbClr val="0883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C3ED5C-A7EB-55D5-438C-DA9C8E185D8A}"/>
              </a:ext>
            </a:extLst>
          </p:cNvPr>
          <p:cNvSpPr/>
          <p:nvPr/>
        </p:nvSpPr>
        <p:spPr>
          <a:xfrm>
            <a:off x="8209415" y="6043517"/>
            <a:ext cx="401690" cy="12111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44A13C-B096-C2BF-97C4-30C6A41B157F}"/>
              </a:ext>
            </a:extLst>
          </p:cNvPr>
          <p:cNvSpPr txBox="1"/>
          <p:nvPr/>
        </p:nvSpPr>
        <p:spPr>
          <a:xfrm>
            <a:off x="7079031" y="5976938"/>
            <a:ext cx="13443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정상 </a:t>
            </a: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(Normal)</a:t>
            </a:r>
            <a:endParaRPr lang="ko-KR" altLang="en-US" sz="110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E23638-321A-2A3D-767D-41F192EB434F}"/>
              </a:ext>
            </a:extLst>
          </p:cNvPr>
          <p:cNvSpPr txBox="1"/>
          <p:nvPr/>
        </p:nvSpPr>
        <p:spPr>
          <a:xfrm>
            <a:off x="8623216" y="5976938"/>
            <a:ext cx="13443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사기 </a:t>
            </a: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(Fraud)</a:t>
            </a:r>
            <a:endParaRPr lang="ko-KR" altLang="en-US" sz="11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62656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06778E5-8FD2-0AD1-CD49-77949CC3906A}"/>
              </a:ext>
            </a:extLst>
          </p:cNvPr>
          <p:cNvSpPr/>
          <p:nvPr/>
        </p:nvSpPr>
        <p:spPr>
          <a:xfrm>
            <a:off x="486229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9CB4C-1CE9-5590-DC95-4E954B66555B}"/>
              </a:ext>
            </a:extLst>
          </p:cNvPr>
          <p:cNvSpPr txBox="1"/>
          <p:nvPr/>
        </p:nvSpPr>
        <p:spPr>
          <a:xfrm>
            <a:off x="674915" y="493487"/>
            <a:ext cx="4201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2.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프로젝트 방법론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: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워크플로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0D54C99-4452-CBC2-021F-707851F5C666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DB079A8-7328-E257-5839-40CD435D35D4}"/>
              </a:ext>
            </a:extLst>
          </p:cNvPr>
          <p:cNvSpPr txBox="1"/>
          <p:nvPr/>
        </p:nvSpPr>
        <p:spPr>
          <a:xfrm>
            <a:off x="674915" y="1339149"/>
            <a:ext cx="9590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이러한 불균형 문제를 해결하기 위해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본 프로젝트는 여러 모델 간 성능 비교 중심으로 한 방법론을 제안합니다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아래 순서도는 데이터 처리부터 모텔 평가까지의 전체 워크플로우를 보여줍니다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2A255CE-0AA6-DFFE-528C-FE3A0EA1592C}"/>
              </a:ext>
            </a:extLst>
          </p:cNvPr>
          <p:cNvSpPr/>
          <p:nvPr/>
        </p:nvSpPr>
        <p:spPr>
          <a:xfrm>
            <a:off x="2590800" y="2631597"/>
            <a:ext cx="5543550" cy="38957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BA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A4171"/>
                </a:solidFill>
              </a:rPr>
              <a:t>1. </a:t>
            </a:r>
            <a:r>
              <a:rPr lang="ko-KR" altLang="en-US" sz="1400" dirty="0">
                <a:solidFill>
                  <a:srgbClr val="2A4171"/>
                </a:solidFill>
              </a:rPr>
              <a:t>원본 데이터</a:t>
            </a:r>
            <a:r>
              <a:rPr lang="en-US" altLang="ko-KR" sz="1400" dirty="0">
                <a:solidFill>
                  <a:srgbClr val="2A4171"/>
                </a:solidFill>
              </a:rPr>
              <a:t>(284,807 </a:t>
            </a:r>
            <a:r>
              <a:rPr lang="ko-KR" altLang="en-US" sz="1400" dirty="0">
                <a:solidFill>
                  <a:srgbClr val="2A4171"/>
                </a:solidFill>
              </a:rPr>
              <a:t>건</a:t>
            </a:r>
            <a:r>
              <a:rPr lang="en-US" altLang="ko-KR" sz="1400" dirty="0">
                <a:solidFill>
                  <a:srgbClr val="2A4171"/>
                </a:solidFill>
              </a:rPr>
              <a:t>)</a:t>
            </a:r>
            <a:endParaRPr lang="ko-KR" altLang="en-US" sz="1400" dirty="0">
              <a:solidFill>
                <a:srgbClr val="2A417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86C8A39-2FE3-30B7-2F07-594FC89D8E26}"/>
              </a:ext>
            </a:extLst>
          </p:cNvPr>
          <p:cNvSpPr/>
          <p:nvPr/>
        </p:nvSpPr>
        <p:spPr>
          <a:xfrm>
            <a:off x="2590800" y="3558380"/>
            <a:ext cx="5543550" cy="38957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BA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A4171"/>
                </a:solidFill>
              </a:rPr>
              <a:t>2. </a:t>
            </a:r>
            <a:r>
              <a:rPr lang="ko-KR" altLang="en-US" sz="1400" dirty="0">
                <a:solidFill>
                  <a:srgbClr val="2A4171"/>
                </a:solidFill>
              </a:rPr>
              <a:t>데이터 </a:t>
            </a:r>
            <a:r>
              <a:rPr lang="ko-KR" altLang="en-US" sz="1400" dirty="0" err="1">
                <a:solidFill>
                  <a:srgbClr val="2A4171"/>
                </a:solidFill>
              </a:rPr>
              <a:t>전처리</a:t>
            </a:r>
            <a:r>
              <a:rPr lang="en-US" altLang="ko-KR" sz="1400" dirty="0">
                <a:solidFill>
                  <a:srgbClr val="2A4171"/>
                </a:solidFill>
              </a:rPr>
              <a:t>(Time, Amount </a:t>
            </a:r>
            <a:r>
              <a:rPr lang="ko-KR" altLang="en-US" sz="1400" dirty="0">
                <a:solidFill>
                  <a:srgbClr val="2A4171"/>
                </a:solidFill>
              </a:rPr>
              <a:t>피처 스케일링</a:t>
            </a:r>
            <a:r>
              <a:rPr lang="en-US" altLang="ko-KR" sz="1400" dirty="0">
                <a:solidFill>
                  <a:srgbClr val="2A4171"/>
                </a:solidFill>
              </a:rPr>
              <a:t>)</a:t>
            </a:r>
            <a:endParaRPr lang="ko-KR" altLang="en-US" sz="1400" dirty="0">
              <a:solidFill>
                <a:srgbClr val="2A417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A16E20F-5126-3B85-B21D-AF1DA7E72FCC}"/>
              </a:ext>
            </a:extLst>
          </p:cNvPr>
          <p:cNvSpPr/>
          <p:nvPr/>
        </p:nvSpPr>
        <p:spPr>
          <a:xfrm>
            <a:off x="2590800" y="4485163"/>
            <a:ext cx="5543550" cy="55283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BA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A4171"/>
                </a:solidFill>
              </a:rPr>
              <a:t>3. </a:t>
            </a:r>
            <a:r>
              <a:rPr lang="ko-KR" altLang="en-US" sz="1400" dirty="0">
                <a:solidFill>
                  <a:srgbClr val="2A4171"/>
                </a:solidFill>
              </a:rPr>
              <a:t>모델 학습</a:t>
            </a:r>
            <a:r>
              <a:rPr lang="en-US" altLang="ko-KR" sz="1400" dirty="0">
                <a:solidFill>
                  <a:srgbClr val="2A4171"/>
                </a:solidFill>
              </a:rPr>
              <a:t>(</a:t>
            </a:r>
            <a:r>
              <a:rPr lang="ko-KR" altLang="en-US" sz="1400" dirty="0">
                <a:solidFill>
                  <a:srgbClr val="2A4171"/>
                </a:solidFill>
              </a:rPr>
              <a:t>예</a:t>
            </a:r>
            <a:r>
              <a:rPr lang="en-US" altLang="ko-KR" sz="1400" dirty="0">
                <a:solidFill>
                  <a:srgbClr val="2A4171"/>
                </a:solidFill>
              </a:rPr>
              <a:t>: Logistic Regression, Random Forest, </a:t>
            </a:r>
            <a:r>
              <a:rPr lang="en-US" altLang="ko-KR" sz="1400" dirty="0" err="1">
                <a:solidFill>
                  <a:srgbClr val="2A4171"/>
                </a:solidFill>
              </a:rPr>
              <a:t>AutoEncoder</a:t>
            </a:r>
            <a:r>
              <a:rPr lang="en-US" altLang="ko-KR" sz="1400" dirty="0">
                <a:solidFill>
                  <a:srgbClr val="2A4171"/>
                </a:solidFill>
              </a:rPr>
              <a:t>, </a:t>
            </a:r>
            <a:r>
              <a:rPr lang="en-US" altLang="ko-KR" sz="1400" dirty="0" err="1">
                <a:solidFill>
                  <a:srgbClr val="2A4171"/>
                </a:solidFill>
              </a:rPr>
              <a:t>OneClass</a:t>
            </a:r>
            <a:r>
              <a:rPr lang="en-US" altLang="ko-KR" sz="1400" dirty="0">
                <a:solidFill>
                  <a:srgbClr val="2A4171"/>
                </a:solidFill>
              </a:rPr>
              <a:t>-SVM </a:t>
            </a:r>
            <a:r>
              <a:rPr lang="ko-KR" altLang="en-US" sz="1400" dirty="0">
                <a:solidFill>
                  <a:srgbClr val="2A4171"/>
                </a:solidFill>
              </a:rPr>
              <a:t>등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3F3F774-E35D-03CB-3E68-EBA72BCDB77E}"/>
              </a:ext>
            </a:extLst>
          </p:cNvPr>
          <p:cNvSpPr/>
          <p:nvPr/>
        </p:nvSpPr>
        <p:spPr>
          <a:xfrm>
            <a:off x="2590800" y="5575204"/>
            <a:ext cx="5543550" cy="55283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AD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85E5D"/>
                </a:solidFill>
              </a:rPr>
              <a:t>4. </a:t>
            </a:r>
            <a:r>
              <a:rPr lang="ko-KR" altLang="en-US" sz="1400" dirty="0">
                <a:solidFill>
                  <a:srgbClr val="085E5D"/>
                </a:solidFill>
              </a:rPr>
              <a:t>성능</a:t>
            </a:r>
            <a:r>
              <a:rPr lang="en-US" altLang="ko-KR" sz="1400" dirty="0">
                <a:solidFill>
                  <a:srgbClr val="085E5D"/>
                </a:solidFill>
              </a:rPr>
              <a:t> </a:t>
            </a:r>
            <a:r>
              <a:rPr lang="ko-KR" altLang="en-US" sz="1400" dirty="0">
                <a:solidFill>
                  <a:srgbClr val="085E5D"/>
                </a:solidFill>
              </a:rPr>
              <a:t>평가 및 비교 </a:t>
            </a:r>
            <a:r>
              <a:rPr lang="en-US" altLang="ko-KR" sz="1400" dirty="0">
                <a:solidFill>
                  <a:srgbClr val="085E5D"/>
                </a:solidFill>
              </a:rPr>
              <a:t>(Precision, Recall, F1-Score)</a:t>
            </a:r>
            <a:endParaRPr lang="ko-KR" altLang="en-US" sz="1400" dirty="0">
              <a:solidFill>
                <a:srgbClr val="085E5D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2FF6637-07CA-D711-BF58-BA72D29B7ECA}"/>
              </a:ext>
            </a:extLst>
          </p:cNvPr>
          <p:cNvCxnSpPr>
            <a:cxnSpLocks/>
          </p:cNvCxnSpPr>
          <p:nvPr/>
        </p:nvCxnSpPr>
        <p:spPr>
          <a:xfrm>
            <a:off x="5486400" y="3156745"/>
            <a:ext cx="0" cy="272255"/>
          </a:xfrm>
          <a:prstGeom prst="straightConnector1">
            <a:avLst/>
          </a:prstGeom>
          <a:ln w="19050" cap="flat" cmpd="sng" algn="ctr">
            <a:solidFill>
              <a:srgbClr val="27B7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EE022C5-037F-10BE-4233-0A86696A6582}"/>
              </a:ext>
            </a:extLst>
          </p:cNvPr>
          <p:cNvCxnSpPr>
            <a:cxnSpLocks/>
          </p:cNvCxnSpPr>
          <p:nvPr/>
        </p:nvCxnSpPr>
        <p:spPr>
          <a:xfrm>
            <a:off x="5486400" y="4080670"/>
            <a:ext cx="0" cy="272255"/>
          </a:xfrm>
          <a:prstGeom prst="straightConnector1">
            <a:avLst/>
          </a:prstGeom>
          <a:ln w="19050" cap="flat" cmpd="sng" algn="ctr">
            <a:solidFill>
              <a:srgbClr val="27B7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FE6DC63-461A-F959-93C6-1DD273E0D8DA}"/>
              </a:ext>
            </a:extLst>
          </p:cNvPr>
          <p:cNvCxnSpPr>
            <a:cxnSpLocks/>
          </p:cNvCxnSpPr>
          <p:nvPr/>
        </p:nvCxnSpPr>
        <p:spPr>
          <a:xfrm>
            <a:off x="5486400" y="5195095"/>
            <a:ext cx="0" cy="272255"/>
          </a:xfrm>
          <a:prstGeom prst="straightConnector1">
            <a:avLst/>
          </a:prstGeom>
          <a:ln w="19050" cap="flat" cmpd="sng" algn="ctr">
            <a:solidFill>
              <a:srgbClr val="27B7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96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7524A5D-7ED1-C6E0-7B13-7554A876F153}"/>
              </a:ext>
            </a:extLst>
          </p:cNvPr>
          <p:cNvSpPr/>
          <p:nvPr/>
        </p:nvSpPr>
        <p:spPr>
          <a:xfrm>
            <a:off x="486229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57F96-DDED-1273-6D7F-0438D3370EF9}"/>
              </a:ext>
            </a:extLst>
          </p:cNvPr>
          <p:cNvSpPr txBox="1"/>
          <p:nvPr/>
        </p:nvSpPr>
        <p:spPr>
          <a:xfrm>
            <a:off x="674915" y="493487"/>
            <a:ext cx="5272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3.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평가지표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: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왜 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‘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정확도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’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는 함정인가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rgbClr val="288690"/>
              </a:solidFill>
              <a:latin typeface="+mj-ea"/>
              <a:ea typeface="+mj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A21BE1E-A7FA-7B7A-913F-9816C5FCF9A0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3B0A7D-9398-56C4-BE8C-14DD5C3E6EBF}"/>
              </a:ext>
            </a:extLst>
          </p:cNvPr>
          <p:cNvSpPr txBox="1"/>
          <p:nvPr/>
        </p:nvSpPr>
        <p:spPr>
          <a:xfrm>
            <a:off x="674915" y="1339149"/>
            <a:ext cx="9590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앞서 언급했듯이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99.8%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의 정확도는 사기 탐지에 실패했음을 의미할 수 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우리는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'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놓친 사기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'(False Negative)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최소화하는 데 집중해야 합니다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이를 위해 혼동 행렬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(Confusion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Matrix)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기반의 지표를 사용합니다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EF0221C-03D0-E9B5-1CCD-9BC02DCC715A}"/>
              </a:ext>
            </a:extLst>
          </p:cNvPr>
          <p:cNvGrpSpPr/>
          <p:nvPr/>
        </p:nvGrpSpPr>
        <p:grpSpPr>
          <a:xfrm>
            <a:off x="730162" y="2844105"/>
            <a:ext cx="4077381" cy="2877162"/>
            <a:chOff x="894669" y="2844105"/>
            <a:chExt cx="4833087" cy="287716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DA3277-C6D3-0823-0634-2C078979D0FA}"/>
                </a:ext>
              </a:extLst>
            </p:cNvPr>
            <p:cNvSpPr/>
            <p:nvPr/>
          </p:nvSpPr>
          <p:spPr>
            <a:xfrm>
              <a:off x="2009775" y="2844105"/>
              <a:ext cx="1853081" cy="584283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</a:rPr>
                <a:t>예측</a:t>
              </a:r>
              <a:r>
                <a:rPr lang="en-US" altLang="ko-KR" sz="1400" b="1" dirty="0">
                  <a:solidFill>
                    <a:srgbClr val="22789F"/>
                  </a:solidFill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</a:rPr>
                <a:t>정상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7AC80CC-34DF-64DF-197D-E45D616458B1}"/>
                </a:ext>
              </a:extLst>
            </p:cNvPr>
            <p:cNvSpPr/>
            <p:nvPr/>
          </p:nvSpPr>
          <p:spPr>
            <a:xfrm>
              <a:off x="3856307" y="2844105"/>
              <a:ext cx="1853081" cy="584283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</a:rPr>
                <a:t>예측</a:t>
              </a:r>
              <a:r>
                <a:rPr lang="en-US" altLang="ko-KR" sz="1400" b="1" dirty="0">
                  <a:solidFill>
                    <a:srgbClr val="22789F"/>
                  </a:solidFill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</a:rPr>
                <a:t>정상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596DAA6-D7E6-0A85-BA3B-13B8F1524183}"/>
                </a:ext>
              </a:extLst>
            </p:cNvPr>
            <p:cNvSpPr/>
            <p:nvPr/>
          </p:nvSpPr>
          <p:spPr>
            <a:xfrm>
              <a:off x="895053" y="3428388"/>
              <a:ext cx="1114722" cy="1143612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</a:rPr>
                <a:t>실제</a:t>
              </a:r>
              <a:r>
                <a:rPr lang="en-US" altLang="ko-KR" sz="1400" b="1" dirty="0">
                  <a:solidFill>
                    <a:srgbClr val="22789F"/>
                  </a:solidFill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</a:rPr>
                <a:t>정상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97D4C91-A662-AEF3-08E8-4380FA9606C2}"/>
                </a:ext>
              </a:extLst>
            </p:cNvPr>
            <p:cNvSpPr/>
            <p:nvPr/>
          </p:nvSpPr>
          <p:spPr>
            <a:xfrm>
              <a:off x="895053" y="4572000"/>
              <a:ext cx="1114722" cy="1143612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</a:rPr>
                <a:t>실제</a:t>
              </a:r>
              <a:r>
                <a:rPr lang="en-US" altLang="ko-KR" sz="1400" b="1" dirty="0">
                  <a:solidFill>
                    <a:srgbClr val="22789F"/>
                  </a:solidFill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</a:rPr>
                <a:t>사기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E862ED9-A5CD-6A4E-D1D3-2BA346E8BA78}"/>
                </a:ext>
              </a:extLst>
            </p:cNvPr>
            <p:cNvSpPr/>
            <p:nvPr/>
          </p:nvSpPr>
          <p:spPr>
            <a:xfrm>
              <a:off x="2009775" y="3428388"/>
              <a:ext cx="1853080" cy="11436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</a:rPr>
                <a:t>TN</a:t>
              </a:r>
            </a:p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</a:rPr>
                <a:t>(True Negative)</a:t>
              </a:r>
              <a:endParaRPr lang="ko-KR" altLang="en-US" sz="1400" b="1" dirty="0">
                <a:solidFill>
                  <a:srgbClr val="453C4D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28FD223-A7B0-8F55-D11D-3F7DD23291EB}"/>
                </a:ext>
              </a:extLst>
            </p:cNvPr>
            <p:cNvSpPr/>
            <p:nvPr/>
          </p:nvSpPr>
          <p:spPr>
            <a:xfrm>
              <a:off x="3871402" y="4566345"/>
              <a:ext cx="1853080" cy="11436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</a:rPr>
                <a:t>TN</a:t>
              </a:r>
            </a:p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</a:rPr>
                <a:t>(True Negative)</a:t>
              </a:r>
              <a:endParaRPr lang="ko-KR" altLang="en-US" sz="1400" b="1" dirty="0">
                <a:solidFill>
                  <a:srgbClr val="453C4D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1D422AE-584B-485B-8647-F7D5A4E640EA}"/>
                </a:ext>
              </a:extLst>
            </p:cNvPr>
            <p:cNvSpPr/>
            <p:nvPr/>
          </p:nvSpPr>
          <p:spPr>
            <a:xfrm>
              <a:off x="2009775" y="4572000"/>
              <a:ext cx="1846532" cy="1143612"/>
            </a:xfrm>
            <a:prstGeom prst="rect">
              <a:avLst/>
            </a:prstGeom>
            <a:solidFill>
              <a:srgbClr val="FFFBEB"/>
            </a:solidFill>
            <a:ln w="19050">
              <a:solidFill>
                <a:srgbClr val="FCC8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B34C06"/>
                  </a:solidFill>
                </a:rPr>
                <a:t>FN</a:t>
              </a:r>
            </a:p>
            <a:p>
              <a:pPr algn="ctr"/>
              <a:r>
                <a:rPr lang="en-US" altLang="ko-KR" sz="1400" b="1" dirty="0">
                  <a:solidFill>
                    <a:srgbClr val="B34C06"/>
                  </a:solidFill>
                </a:rPr>
                <a:t>(False Negative)</a:t>
              </a:r>
              <a:endParaRPr lang="ko-KR" altLang="en-US" sz="1400" b="1" dirty="0">
                <a:solidFill>
                  <a:srgbClr val="B34C06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37AAE45-50C5-5A70-8B50-EC07C7D55BB0}"/>
                </a:ext>
              </a:extLst>
            </p:cNvPr>
            <p:cNvSpPr/>
            <p:nvPr/>
          </p:nvSpPr>
          <p:spPr>
            <a:xfrm>
              <a:off x="3863442" y="3428388"/>
              <a:ext cx="1853080" cy="11436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</a:rPr>
                <a:t>TN</a:t>
              </a:r>
            </a:p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</a:rPr>
                <a:t>(True Negative)</a:t>
              </a:r>
              <a:endParaRPr lang="ko-KR" altLang="en-US" sz="1400" b="1" dirty="0">
                <a:solidFill>
                  <a:srgbClr val="453C4D"/>
                </a:solidFill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ADA65095-BCEC-2CB2-4CF9-A80AF7538942}"/>
                </a:ext>
              </a:extLst>
            </p:cNvPr>
            <p:cNvSpPr/>
            <p:nvPr/>
          </p:nvSpPr>
          <p:spPr>
            <a:xfrm>
              <a:off x="894669" y="2844717"/>
              <a:ext cx="4833087" cy="2876550"/>
            </a:xfrm>
            <a:prstGeom prst="roundRect">
              <a:avLst>
                <a:gd name="adj" fmla="val 3283"/>
              </a:avLst>
            </a:prstGeom>
            <a:noFill/>
            <a:ln w="28575">
              <a:solidFill>
                <a:srgbClr val="007B8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EA9C152-A687-320D-11A8-F1D7709C688A}"/>
              </a:ext>
            </a:extLst>
          </p:cNvPr>
          <p:cNvSpPr txBox="1"/>
          <p:nvPr/>
        </p:nvSpPr>
        <p:spPr>
          <a:xfrm>
            <a:off x="5051475" y="2489613"/>
            <a:ext cx="5240537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핵심 지표 설명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sz="1400" dirty="0">
                <a:solidFill>
                  <a:srgbClr val="C00000"/>
                </a:solidFill>
              </a:rPr>
              <a:t>FaIse Negative (FN):</a:t>
            </a:r>
          </a:p>
          <a:p>
            <a:r>
              <a:rPr lang="ko-KR" altLang="en-US" sz="1400" dirty="0"/>
              <a:t>실제 </a:t>
            </a:r>
            <a:r>
              <a:rPr lang="en-US" altLang="ko-KR" sz="1400" dirty="0"/>
              <a:t>'</a:t>
            </a:r>
            <a:r>
              <a:rPr lang="ko-KR" altLang="en-US" sz="1400" dirty="0"/>
              <a:t>사기</a:t>
            </a:r>
            <a:r>
              <a:rPr lang="en-US" altLang="ko-KR" sz="1400" dirty="0"/>
              <a:t>'</a:t>
            </a:r>
            <a:r>
              <a:rPr lang="ko-KR" altLang="en-US" sz="1400" dirty="0"/>
              <a:t>를 </a:t>
            </a:r>
            <a:r>
              <a:rPr lang="en-US" altLang="ko-KR" sz="1400" dirty="0"/>
              <a:t>'</a:t>
            </a:r>
            <a:r>
              <a:rPr lang="ko-KR" altLang="en-US" sz="1400" dirty="0"/>
              <a:t>정상으로 잘못 예측</a:t>
            </a:r>
            <a:r>
              <a:rPr lang="en-US" altLang="ko-KR" sz="1400" dirty="0"/>
              <a:t>. (</a:t>
            </a:r>
            <a:r>
              <a:rPr lang="ko-KR" altLang="en-US" sz="1400" dirty="0"/>
              <a:t>가장 치명적인 오류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>
                <a:solidFill>
                  <a:srgbClr val="155FEB"/>
                </a:solidFill>
              </a:rPr>
              <a:t>Recall (</a:t>
            </a:r>
            <a:r>
              <a:rPr lang="ko-KR" altLang="en-US" sz="1400" dirty="0" err="1">
                <a:solidFill>
                  <a:srgbClr val="155FEB"/>
                </a:solidFill>
              </a:rPr>
              <a:t>재현율</a:t>
            </a:r>
            <a:r>
              <a:rPr lang="en-US" altLang="ko-KR" sz="1400" dirty="0">
                <a:solidFill>
                  <a:srgbClr val="155FEB"/>
                </a:solidFill>
              </a:rPr>
              <a:t>):</a:t>
            </a:r>
          </a:p>
          <a:p>
            <a:r>
              <a:rPr lang="ko-KR" altLang="en-US" sz="1400" dirty="0"/>
              <a:t>실제 사기</a:t>
            </a:r>
            <a:r>
              <a:rPr lang="en-US" altLang="ko-KR" sz="1400" dirty="0"/>
              <a:t>(TP+FN) </a:t>
            </a:r>
            <a:r>
              <a:rPr lang="ko-KR" altLang="en-US" sz="1400" dirty="0"/>
              <a:t>중에서 모텔이 사기</a:t>
            </a:r>
            <a:r>
              <a:rPr lang="en-US" altLang="ko-KR" sz="1400" dirty="0"/>
              <a:t>(TP)</a:t>
            </a:r>
            <a:r>
              <a:rPr lang="ko-KR" altLang="en-US" sz="1400" dirty="0"/>
              <a:t>라고 올바르게 탐지</a:t>
            </a:r>
          </a:p>
          <a:p>
            <a:r>
              <a:rPr lang="ko-KR" altLang="en-US" sz="1400" dirty="0"/>
              <a:t>한 비율</a:t>
            </a:r>
            <a:r>
              <a:rPr lang="en-US" altLang="ko-KR" sz="1400" dirty="0"/>
              <a:t>. </a:t>
            </a:r>
            <a:r>
              <a:rPr lang="ko-KR" altLang="en-US" sz="1400" b="1" dirty="0"/>
              <a:t>이 프로젝트의 가장 중요한 지표입니다</a:t>
            </a:r>
            <a:r>
              <a:rPr lang="en-US" altLang="ko-KR" sz="1400" b="1" dirty="0"/>
              <a:t>. (FN </a:t>
            </a:r>
            <a:r>
              <a:rPr lang="ko-KR" altLang="en-US" sz="1400" b="1" dirty="0"/>
              <a:t>최소화</a:t>
            </a:r>
            <a:r>
              <a:rPr lang="en-US" altLang="ko-KR" sz="1400" b="1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>
                <a:solidFill>
                  <a:srgbClr val="09A147"/>
                </a:solidFill>
              </a:rPr>
              <a:t>Precision (</a:t>
            </a:r>
            <a:r>
              <a:rPr lang="ko-KR" altLang="en-US" sz="1400" dirty="0">
                <a:solidFill>
                  <a:srgbClr val="09A147"/>
                </a:solidFill>
              </a:rPr>
              <a:t>정밀도</a:t>
            </a:r>
            <a:r>
              <a:rPr lang="en-US" altLang="ko-KR" sz="1400" dirty="0">
                <a:solidFill>
                  <a:srgbClr val="09A147"/>
                </a:solidFill>
              </a:rPr>
              <a:t>):</a:t>
            </a:r>
          </a:p>
          <a:p>
            <a:r>
              <a:rPr lang="ko-KR" altLang="en-US" sz="1400" dirty="0"/>
              <a:t>모델이 사기</a:t>
            </a:r>
            <a:r>
              <a:rPr lang="en-US" altLang="ko-KR" sz="1400" dirty="0"/>
              <a:t>(TP+FP)</a:t>
            </a:r>
            <a:r>
              <a:rPr lang="ko-KR" altLang="en-US" sz="1400" dirty="0"/>
              <a:t>라고 예측한 것 중 실제 사기</a:t>
            </a:r>
            <a:r>
              <a:rPr lang="en-US" altLang="ko-KR" sz="1400" dirty="0"/>
              <a:t>(TP)</a:t>
            </a:r>
            <a:r>
              <a:rPr lang="ko-KR" altLang="en-US" sz="1400" dirty="0"/>
              <a:t>였던 비율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F1-Score:</a:t>
            </a:r>
          </a:p>
          <a:p>
            <a:r>
              <a:rPr lang="en-US" altLang="ko-KR" sz="1400" dirty="0"/>
              <a:t>Precision</a:t>
            </a:r>
            <a:r>
              <a:rPr lang="ko-KR" altLang="en-US" sz="1400" dirty="0"/>
              <a:t>과 </a:t>
            </a:r>
            <a:r>
              <a:rPr lang="en-US" altLang="ko-KR" sz="1400" dirty="0"/>
              <a:t>Recall</a:t>
            </a:r>
            <a:r>
              <a:rPr lang="ko-KR" altLang="en-US" sz="1400" dirty="0"/>
              <a:t>의 조화 평균</a:t>
            </a:r>
            <a:r>
              <a:rPr lang="en-US" altLang="ko-KR" sz="1400" dirty="0"/>
              <a:t>. </a:t>
            </a:r>
            <a:r>
              <a:rPr lang="ko-KR" altLang="en-US" sz="1400" dirty="0"/>
              <a:t>두 지표의 균형을 봅니다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67498715"/>
      </p:ext>
    </p:extLst>
  </p:cSld>
  <p:clrMapOvr>
    <a:masterClrMapping/>
  </p:clrMapOvr>
</p:sld>
</file>

<file path=ppt/theme/theme1.xml><?xml version="1.0" encoding="utf-8"?>
<a:theme xmlns:a="http://schemas.openxmlformats.org/drawingml/2006/main" name="보기">
  <a:themeElements>
    <a:clrScheme name="보기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보기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보기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TM03457515[[fn=보기]]</Template>
  <TotalTime>2</TotalTime>
  <Words>392</Words>
  <Application>Microsoft Office PowerPoint</Application>
  <PresentationFormat>와이드스크린</PresentationFormat>
  <Paragraphs>48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Century Schoolbook</vt:lpstr>
      <vt:lpstr>Wingdings 2</vt:lpstr>
      <vt:lpstr>보기</vt:lpstr>
      <vt:lpstr>신용카드 이상결제 탐지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이한울</dc:creator>
  <cp:lastModifiedBy>이한울</cp:lastModifiedBy>
  <cp:revision>1</cp:revision>
  <dcterms:created xsi:type="dcterms:W3CDTF">2025-11-24T03:39:09Z</dcterms:created>
  <dcterms:modified xsi:type="dcterms:W3CDTF">2025-12-02T09:47:05Z</dcterms:modified>
</cp:coreProperties>
</file>